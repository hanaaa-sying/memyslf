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82" r:id="rId2"/>
    <p:sldId id="262" r:id="rId3"/>
    <p:sldId id="290" r:id="rId4"/>
    <p:sldId id="268" r:id="rId5"/>
    <p:sldId id="272" r:id="rId6"/>
    <p:sldId id="271" r:id="rId7"/>
    <p:sldId id="291" r:id="rId8"/>
    <p:sldId id="287" r:id="rId9"/>
    <p:sldId id="285" r:id="rId10"/>
    <p:sldId id="286" r:id="rId11"/>
    <p:sldId id="284" r:id="rId12"/>
    <p:sldId id="280" r:id="rId13"/>
    <p:sldId id="279" r:id="rId14"/>
    <p:sldId id="276" r:id="rId15"/>
    <p:sldId id="275" r:id="rId16"/>
    <p:sldId id="274" r:id="rId17"/>
    <p:sldId id="269" r:id="rId18"/>
    <p:sldId id="265" r:id="rId19"/>
    <p:sldId id="28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203"/>
    <a:srgbClr val="0D476C"/>
    <a:srgbClr val="00090D"/>
    <a:srgbClr val="004165"/>
    <a:srgbClr val="00334F"/>
    <a:srgbClr val="C2DEEA"/>
    <a:srgbClr val="D5D6D2"/>
    <a:srgbClr val="028566"/>
    <a:srgbClr val="D5EFFE"/>
    <a:srgbClr val="366E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6CA92D-DC14-7726-0C83-AD0901705F69}" v="12" dt="2026-05-10T07:04:52.188"/>
    <p1510:client id="{41B0E4FE-6351-CC79-672F-E2ABF9AD052D}" v="6" dt="2026-05-10T18:57:23.492"/>
    <p1510:client id="{467046F1-FBB7-CE25-FE84-C80BAA9A9784}" v="7" dt="2026-05-09T10:55:08.685"/>
    <p1510:client id="{72C1926C-1C2C-0AAD-F08B-F25FC5D759E3}" v="62" dt="2026-05-09T11:40:16.114"/>
    <p1510:client id="{8EA04C56-29C1-98F5-0349-B5C67E32379E}" v="3" dt="2026-05-10T18:54:56.285"/>
    <p1510:client id="{CA8914D5-E379-1C26-DDC0-7029565A8740}" v="7" dt="2026-05-10T18:00:10.706"/>
    <p1510:client id="{D9420EEE-4395-AAB9-670A-C9875DB193C5}" v="1" dt="2026-05-10T12:28:30.576"/>
    <p1510:client id="{DC830F10-2C7B-7DA2-60BF-5D6D82B6529C}" v="693" dt="2026-05-10T20:50:23.927"/>
    <p1510:client id="{F9739F6B-C584-D2C5-A563-DFE1BA3E45BE}" v="3" dt="2026-05-10T19:48:27.596"/>
    <p1510:client id="{FDE4EF5C-A2CE-31AB-74C5-79B2F83FEA71}" v="864" dt="2026-05-10T00:43:40.1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1F_6EF0B3B7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1F_6EF0B3B7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1D_1BBE3AF6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13_AF56A28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Wealth actual ($T)</c:v>
                </c:pt>
              </c:strCache>
            </c:strRef>
          </c:tx>
          <c:spPr>
            <a:solidFill>
              <a:srgbClr val="E8D5B0"/>
            </a:solidFill>
            <a:effectLst/>
          </c:spPr>
          <c:invertIfNegative val="0"/>
          <c:cat>
            <c:strRef>
              <c:f>Sheet1!$A$2:$A$15</c:f>
              <c:strCache>
                <c:ptCount val="14"/>
                <c:pt idx="0">
                  <c:v>2010</c:v>
                </c:pt>
                <c:pt idx="1">
                  <c:v>2012</c:v>
                </c:pt>
                <c:pt idx="2">
                  <c:v>2014</c:v>
                </c:pt>
                <c:pt idx="3">
                  <c:v>2016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  <c:pt idx="11">
                  <c:v>2025</c:v>
                </c:pt>
                <c:pt idx="12">
                  <c:v>2027</c:v>
                </c:pt>
                <c:pt idx="13">
                  <c:v>2030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18</c:v>
                </c:pt>
                <c:pt idx="1">
                  <c:v>22</c:v>
                </c:pt>
                <c:pt idx="2">
                  <c:v>26</c:v>
                </c:pt>
                <c:pt idx="3">
                  <c:v>30</c:v>
                </c:pt>
                <c:pt idx="4">
                  <c:v>35</c:v>
                </c:pt>
                <c:pt idx="5">
                  <c:v>38</c:v>
                </c:pt>
                <c:pt idx="6">
                  <c:v>38</c:v>
                </c:pt>
                <c:pt idx="7">
                  <c:v>42</c:v>
                </c:pt>
                <c:pt idx="8">
                  <c:v>44</c:v>
                </c:pt>
                <c:pt idx="9">
                  <c:v>47</c:v>
                </c:pt>
                <c:pt idx="10">
                  <c:v>52</c:v>
                </c:pt>
                <c:pt idx="11">
                  <c:v>59.8</c:v>
                </c:pt>
                <c:pt idx="12">
                  <c:v>0</c:v>
                </c:pt>
                <c:pt idx="1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F2-46AB-8864-12B8DB3641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Wealth forecast ($T)</c:v>
                </c:pt>
              </c:strCache>
            </c:strRef>
          </c:tx>
          <c:spPr>
            <a:solidFill>
              <a:srgbClr val="F0E6CC"/>
            </a:solidFill>
            <a:effectLst/>
          </c:spPr>
          <c:invertIfNegative val="0"/>
          <c:cat>
            <c:strRef>
              <c:f>Sheet1!$A$2:$A$15</c:f>
              <c:strCache>
                <c:ptCount val="14"/>
                <c:pt idx="0">
                  <c:v>2010</c:v>
                </c:pt>
                <c:pt idx="1">
                  <c:v>2012</c:v>
                </c:pt>
                <c:pt idx="2">
                  <c:v>2014</c:v>
                </c:pt>
                <c:pt idx="3">
                  <c:v>2016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  <c:pt idx="11">
                  <c:v>2025</c:v>
                </c:pt>
                <c:pt idx="12">
                  <c:v>2027</c:v>
                </c:pt>
                <c:pt idx="13">
                  <c:v>2030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59.8</c:v>
                </c:pt>
                <c:pt idx="12">
                  <c:v>70</c:v>
                </c:pt>
                <c:pt idx="13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CF2-46AB-8864-12B8DB3641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BA751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Population actual (000s)</c:v>
                </c:pt>
              </c:strCache>
            </c:strRef>
          </c:tx>
          <c:spPr>
            <a:ln w="25400" cap="flat">
              <a:solidFill>
                <a:srgbClr val="1F5C9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F5C99"/>
              </a:solidFill>
              <a:ln w="9525" cap="flat">
                <a:solidFill>
                  <a:srgbClr val="1F5C99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2010</c:v>
                </c:pt>
                <c:pt idx="1">
                  <c:v>2012</c:v>
                </c:pt>
                <c:pt idx="2">
                  <c:v>2014</c:v>
                </c:pt>
                <c:pt idx="3">
                  <c:v>2016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  <c:pt idx="11">
                  <c:v>2025</c:v>
                </c:pt>
                <c:pt idx="12">
                  <c:v>2027</c:v>
                </c:pt>
                <c:pt idx="13">
                  <c:v>2030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150</c:v>
                </c:pt>
                <c:pt idx="1">
                  <c:v>175</c:v>
                </c:pt>
                <c:pt idx="2">
                  <c:v>205</c:v>
                </c:pt>
                <c:pt idx="3">
                  <c:v>218</c:v>
                </c:pt>
                <c:pt idx="4">
                  <c:v>245</c:v>
                </c:pt>
                <c:pt idx="5">
                  <c:v>265</c:v>
                </c:pt>
                <c:pt idx="6">
                  <c:v>290</c:v>
                </c:pt>
                <c:pt idx="7">
                  <c:v>310</c:v>
                </c:pt>
                <c:pt idx="8">
                  <c:v>355</c:v>
                </c:pt>
                <c:pt idx="9">
                  <c:v>395</c:v>
                </c:pt>
                <c:pt idx="10">
                  <c:v>425</c:v>
                </c:pt>
                <c:pt idx="11">
                  <c:v>511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DDF-405B-8DFF-B19CEE55774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Population forecast (000s)</c:v>
                </c:pt>
              </c:strCache>
            </c:strRef>
          </c:tx>
          <c:spPr>
            <a:ln w="25400" cap="flat">
              <a:solidFill>
                <a:srgbClr val="7BAFD4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7BAFD4"/>
              </a:solidFill>
              <a:ln w="9525" cap="flat">
                <a:solidFill>
                  <a:srgbClr val="7BAFD4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2010</c:v>
                </c:pt>
                <c:pt idx="1">
                  <c:v>2012</c:v>
                </c:pt>
                <c:pt idx="2">
                  <c:v>2014</c:v>
                </c:pt>
                <c:pt idx="3">
                  <c:v>2016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  <c:pt idx="11">
                  <c:v>2025</c:v>
                </c:pt>
                <c:pt idx="12">
                  <c:v>2027</c:v>
                </c:pt>
                <c:pt idx="13">
                  <c:v>2030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11">
                  <c:v>511</c:v>
                </c:pt>
                <c:pt idx="12">
                  <c:v>580</c:v>
                </c:pt>
                <c:pt idx="13">
                  <c:v>677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DDF-405B-8DFF-B19CEE5577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F5C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dispUnits>
          <c:builtInUnit val="thousands"/>
        </c:dispUnits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 assets (homes, property) 32%</c:v>
                </c:pt>
              </c:strCache>
            </c:strRef>
          </c:tx>
          <c:spPr>
            <a:solidFill>
              <a:srgbClr val="888780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Typical UHNWI portfolio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C8-48CE-8D1B-A6AA00F44EF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Liquid assets (cash, dividends) 38%</c:v>
                </c:pt>
              </c:strCache>
            </c:strRef>
          </c:tx>
          <c:spPr>
            <a:solidFill>
              <a:srgbClr val="B4B2A9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Typical UHNWI portfolio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0C8-48CE-8D1B-A6AA00F44EF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Private business / direct inv. 31%</c:v>
                </c:pt>
              </c:strCache>
            </c:strRef>
          </c:tx>
          <c:spPr>
            <a:solidFill>
              <a:srgbClr val="5F5E5A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Typical UHNWI portfolio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0C8-48CE-8D1B-A6AA00F44EF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Public equities 20%</c:v>
                </c:pt>
              </c:strCache>
            </c:strRef>
          </c:tx>
          <c:spPr>
            <a:solidFill>
              <a:srgbClr val="85B7EB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Typical UHNWI portfolio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0C8-48CE-8D1B-A6AA00F44EF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Alternatives (PE/VC) 6%</c:v>
                </c:pt>
              </c:strCache>
            </c:strRef>
          </c:tx>
          <c:spPr>
            <a:solidFill>
              <a:srgbClr val="378ADD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Typical UHNWI portfolio</c:v>
                </c:pt>
              </c:strCache>
            </c:strRef>
          </c:cat>
          <c:val>
            <c:numRef>
              <c:f>Sheet1!$F$2:$F$2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0C8-48CE-8D1B-A6AA00F44EF9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Passion assets 3%</c:v>
                </c:pt>
              </c:strCache>
            </c:strRef>
          </c:tx>
          <c:spPr>
            <a:solidFill>
              <a:srgbClr val="0C447C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Typical UHNWI portfolio</c:v>
                </c:pt>
              </c:strCache>
            </c:strRef>
          </c:cat>
          <c:val>
            <c:numRef>
              <c:f>Sheet1!$G$2:$G$2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0C8-48CE-8D1B-A6AA00F44E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30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7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44444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CO₂ Index (Conventional Diesel = 100)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054C-C845-904B-451581E7BC4C}"/>
              </c:ext>
            </c:extLst>
          </c:dPt>
          <c:dPt>
            <c:idx val="1"/>
            <c:invertIfNegative val="0"/>
            <c:bubble3D val="0"/>
            <c:spPr>
              <a:solidFill>
                <a:srgbClr val="1D4E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054C-C845-904B-451581E7BC4C}"/>
              </c:ext>
            </c:extLst>
          </c:dPt>
          <c:dPt>
            <c:idx val="2"/>
            <c:invertIfNegative val="0"/>
            <c:bubble3D val="0"/>
            <c:spPr>
              <a:solidFill>
                <a:srgbClr val="0EA5E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054C-C845-904B-451581E7BC4C}"/>
              </c:ext>
            </c:extLst>
          </c:dPt>
          <c:dPt>
            <c:idx val="3"/>
            <c:invertIfNegative val="0"/>
            <c:bubble3D val="0"/>
            <c:spPr>
              <a:solidFill>
                <a:srgbClr val="1580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054C-C845-904B-451581E7BC4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Conventional
Diesel</c:v>
                </c:pt>
                <c:pt idx="1">
                  <c:v>Hybrid*
Diesel-Electric</c:v>
                </c:pt>
                <c:pt idx="2">
                  <c:v>Battery-Electric
(moderate grid)</c:v>
                </c:pt>
                <c:pt idx="3">
                  <c:v>Fully Renewable
Electric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65</c:v>
                </c:pt>
                <c:pt idx="2">
                  <c:v>43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54C-C845-904B-451581E7BC4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ptos" panose="020B0004020202020204" pitchFamily="34" charset="0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3FA574B-EBFA-55D8-9CA9-43A3D0BE1E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950430-0479-B6EE-80BB-DAB5C541EBF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F68395-5456-4C5C-BB0C-BC2AA1DBD90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AFD573-6456-5667-A71F-F123DA88A55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B8A984-44CC-D257-0B93-94F7593899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224628-98A2-4F8F-A9B1-06C6F93E3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36321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5A7D30-938B-4CA5-B81D-2AB1CD5B2987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FE84F8-0930-4C59-862C-E0B57E3F3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156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image" Target="../media/image4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image" Target="../media/image5.sv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5" Type="http://schemas.openxmlformats.org/officeDocument/2006/relationships/image" Target="../media/image5.sv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6.sv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image" Target="../media/image7.sv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4" Type="http://schemas.openxmlformats.org/officeDocument/2006/relationships/image" Target="../media/image5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5" Type="http://schemas.openxmlformats.org/officeDocument/2006/relationships/image" Target="../media/image5.sv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5" Type="http://schemas.openxmlformats.org/officeDocument/2006/relationships/image" Target="../media/image6.sv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5" Type="http://schemas.openxmlformats.org/officeDocument/2006/relationships/image" Target="../media/image6.svg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4" Type="http://schemas.openxmlformats.org/officeDocument/2006/relationships/image" Target="../media/image5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4" Type="http://schemas.openxmlformats.org/officeDocument/2006/relationships/image" Target="../media/image5.sv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6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8.xml"/><Relationship Id="rId1" Type="http://schemas.openxmlformats.org/officeDocument/2006/relationships/tags" Target="../tags/tag57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9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0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4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5" Type="http://schemas.openxmlformats.org/officeDocument/2006/relationships/image" Target="../media/image8.svg"/><Relationship Id="rId4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0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image" Target="../media/image8.sv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74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79.xml"/><Relationship Id="rId4" Type="http://schemas.openxmlformats.org/officeDocument/2006/relationships/tags" Target="../tags/tag78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0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image" Target="../media/image8.sv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84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7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6" Type="http://schemas.openxmlformats.org/officeDocument/2006/relationships/image" Target="../media/image8.sv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9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4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7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tags" Target="../tags/tag98.xml"/><Relationship Id="rId5" Type="http://schemas.openxmlformats.org/officeDocument/2006/relationships/image" Target="../media/image8.svg"/><Relationship Id="rId4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5" Type="http://schemas.openxmlformats.org/officeDocument/2006/relationships/image" Target="../media/image8.svg"/><Relationship Id="rId4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4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B_Disclaimer Instru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503ABFF-FD1B-7BB8-B301-8628DD581F0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7" rIns="91416" bIns="45707" rtlCol="0" anchor="ctr"/>
          <a:lstStyle/>
          <a:p>
            <a:pPr algn="ctr"/>
            <a:endParaRPr lang="en-US" sz="6100">
              <a:latin typeface="+mj-lt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12748DD-35C3-8787-D3DE-77B24A52C95A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472440" y="301752"/>
            <a:ext cx="11247120" cy="42976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sz="2400" b="1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Be Sure to Insert the Proper Disclaimer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EE03831-0565-112F-CDFA-C5649BB7DC8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4312920" y="5655074"/>
            <a:ext cx="2709317" cy="51714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marL="0" indent="0" algn="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sz="1200" b="1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Select ‘Yes’ when inserting slides into  standard WB formatted presentations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8E1ABE2-A493-451F-CAE9-7F8B9048B49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315460" y="1435100"/>
            <a:ext cx="7406640" cy="9834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4BAC183-0E16-B3CC-06D8-B7A1DFC1F134}"/>
              </a:ext>
            </a:extLst>
          </p:cNvPr>
          <p:cNvSpPr/>
          <p:nvPr userDrawn="1"/>
        </p:nvSpPr>
        <p:spPr>
          <a:xfrm>
            <a:off x="7980372" y="1664439"/>
            <a:ext cx="954169" cy="21762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D5CFF59-EC6D-FF99-6C6E-D818C46AFBA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318000" y="2512168"/>
            <a:ext cx="5036678" cy="30349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FA5FB69-F114-5DC5-D15C-73E2C5DEF0C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8153400" y="5075217"/>
            <a:ext cx="3568700" cy="113508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E27E939-B0AA-CC7C-2AE5-08DE10ABBEB1}"/>
              </a:ext>
            </a:extLst>
          </p:cNvPr>
          <p:cNvSpPr/>
          <p:nvPr userDrawn="1"/>
        </p:nvSpPr>
        <p:spPr>
          <a:xfrm>
            <a:off x="4318000" y="3561486"/>
            <a:ext cx="1203911" cy="21762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11FFFF-68CD-C467-8AB0-950108111C1C}"/>
              </a:ext>
            </a:extLst>
          </p:cNvPr>
          <p:cNvSpPr/>
          <p:nvPr userDrawn="1"/>
        </p:nvSpPr>
        <p:spPr>
          <a:xfrm>
            <a:off x="4343400" y="3886626"/>
            <a:ext cx="1203911" cy="16350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EDB49E-81F0-E1B6-7191-C723DA46F302}"/>
              </a:ext>
            </a:extLst>
          </p:cNvPr>
          <p:cNvSpPr/>
          <p:nvPr userDrawn="1"/>
        </p:nvSpPr>
        <p:spPr>
          <a:xfrm>
            <a:off x="4343400" y="4348265"/>
            <a:ext cx="1203911" cy="16350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670AD6-A34E-46CF-C8FE-6D26F217FF88}"/>
              </a:ext>
            </a:extLst>
          </p:cNvPr>
          <p:cNvSpPr/>
          <p:nvPr userDrawn="1"/>
        </p:nvSpPr>
        <p:spPr>
          <a:xfrm>
            <a:off x="8356107" y="5768691"/>
            <a:ext cx="1498107" cy="29475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37F83B-0BFA-A554-AE14-BAD769D33BBD}"/>
              </a:ext>
            </a:extLst>
          </p:cNvPr>
          <p:cNvSpPr/>
          <p:nvPr userDrawn="1"/>
        </p:nvSpPr>
        <p:spPr>
          <a:xfrm>
            <a:off x="9962965" y="5768691"/>
            <a:ext cx="1498107" cy="29475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B4837981-E471-43FC-F8F6-E119A103F5C3}"/>
              </a:ext>
            </a:extLst>
          </p:cNvPr>
          <p:cNvCxnSpPr>
            <a:cxnSpLocks/>
            <a:stCxn id="12" idx="2"/>
            <a:endCxn id="15" idx="0"/>
          </p:cNvCxnSpPr>
          <p:nvPr userDrawn="1"/>
        </p:nvCxnSpPr>
        <p:spPr>
          <a:xfrm rot="5400000">
            <a:off x="5848997" y="953026"/>
            <a:ext cx="1679420" cy="3537501"/>
          </a:xfrm>
          <a:prstGeom prst="bentConnector3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12">
            <a:extLst>
              <a:ext uri="{FF2B5EF4-FFF2-40B4-BE49-F238E27FC236}">
                <a16:creationId xmlns:a16="http://schemas.microsoft.com/office/drawing/2014/main" id="{3F01DCCC-8BE6-9096-73D5-34C30F028BA4}"/>
              </a:ext>
            </a:extLst>
          </p:cNvPr>
          <p:cNvCxnSpPr>
            <a:cxnSpLocks/>
            <a:stCxn id="32" idx="3"/>
            <a:endCxn id="18" idx="1"/>
          </p:cNvCxnSpPr>
          <p:nvPr userDrawn="1"/>
        </p:nvCxnSpPr>
        <p:spPr>
          <a:xfrm>
            <a:off x="7022237" y="5913649"/>
            <a:ext cx="1333870" cy="2421"/>
          </a:xfrm>
          <a:prstGeom prst="straightConnector1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6">
            <a:extLst>
              <a:ext uri="{FF2B5EF4-FFF2-40B4-BE49-F238E27FC236}">
                <a16:creationId xmlns:a16="http://schemas.microsoft.com/office/drawing/2014/main" id="{9F3B3FEE-58E4-718F-0BF1-644B1F332B0D}"/>
              </a:ext>
            </a:extLst>
          </p:cNvPr>
          <p:cNvSpPr txBox="1">
            <a:spLocks/>
          </p:cNvSpPr>
          <p:nvPr userDrawn="1"/>
        </p:nvSpPr>
        <p:spPr>
          <a:xfrm>
            <a:off x="9428085" y="4314546"/>
            <a:ext cx="2294015" cy="51714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Source Sans Pro" panose="020B0503030403020204" pitchFamily="34" charset="0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01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585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5000"/>
              <a:buFont typeface="Wingdings" panose="05000000000000000000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SzPct val="75000"/>
              <a:buFont typeface="Source Sans Pro" panose="020B050303040302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b="1">
                <a:solidFill>
                  <a:srgbClr val="FF0000"/>
                </a:solidFill>
              </a:rPr>
              <a:t>Select ‘No’ when inserting slides into Custom presentations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FB5FF979-A087-C006-3FB7-136E68595045}"/>
              </a:ext>
            </a:extLst>
          </p:cNvPr>
          <p:cNvCxnSpPr>
            <a:cxnSpLocks/>
            <a:stCxn id="22" idx="2"/>
          </p:cNvCxnSpPr>
          <p:nvPr userDrawn="1"/>
        </p:nvCxnSpPr>
        <p:spPr>
          <a:xfrm rot="16200000" flipH="1">
            <a:off x="10166947" y="5239840"/>
            <a:ext cx="903280" cy="86989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B0EA3DDE-7853-B3E1-6C8A-67DD47B25A66}"/>
              </a:ext>
            </a:extLst>
          </p:cNvPr>
          <p:cNvSpPr/>
          <p:nvPr userDrawn="1"/>
        </p:nvSpPr>
        <p:spPr>
          <a:xfrm>
            <a:off x="472440" y="1435100"/>
            <a:ext cx="3578860" cy="91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indent="0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sz="1200">
                <a:solidFill>
                  <a:schemeClr val="tx1"/>
                </a:solidFill>
              </a:rPr>
              <a:t>Please ensure your presentations have the appropriate disclaimer included. This is imperative to ensure our decks remain legally compliant.</a:t>
            </a:r>
          </a:p>
          <a:p>
            <a:pPr lvl="0" indent="0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sz="1200">
                <a:solidFill>
                  <a:schemeClr val="tx1"/>
                </a:solidFill>
              </a:rPr>
              <a:t>Analysts, Associates, and anyone with an auxi license can access the boilerplate disclaimers through the ‘Insert Templates’ function (see directions on the right).</a:t>
            </a:r>
          </a:p>
          <a:p>
            <a:pPr lvl="0" indent="0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sz="1200">
                <a:solidFill>
                  <a:schemeClr val="tx1"/>
                </a:solidFill>
              </a:rPr>
              <a:t>For Senior Bankers and those without auxi, Disclaimers will remain accessible on</a:t>
            </a:r>
            <a:endParaRPr lang="en-US" sz="1200" b="1" kern="1200">
              <a:solidFill>
                <a:schemeClr val="accent4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8183769-FCDA-38A3-EC87-70873EB0C1CD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472440" y="781051"/>
            <a:ext cx="11247120" cy="47624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 indent="0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Tx/>
              <a:buNone/>
            </a:pPr>
            <a:r>
              <a:rPr lang="en-US" sz="1600" b="0" i="0" baseline="0">
                <a:solidFill>
                  <a:schemeClr val="accent2"/>
                </a:solidFill>
                <a:latin typeface="+mj-lt"/>
                <a:ea typeface="ＭＳ Ｐゴシック" pitchFamily="29" charset="-128"/>
                <a:cs typeface="Times New Roman"/>
              </a:rPr>
              <a:t>This slide strictly for informational purposes and should be deleted</a:t>
            </a:r>
          </a:p>
        </p:txBody>
      </p:sp>
    </p:spTree>
    <p:extLst>
      <p:ext uri="{BB962C8B-B14F-4D97-AF65-F5344CB8AC3E}">
        <p14:creationId xmlns:p14="http://schemas.microsoft.com/office/powerpoint/2010/main" val="582043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141525-5707-255A-413D-DE459F1BDA0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03ABFF-FD1B-7BB8-B301-8628DD581F0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7" rIns="91416" bIns="45707" rtlCol="0" anchor="ctr"/>
          <a:lstStyle/>
          <a:p>
            <a:pPr algn="ctr"/>
            <a:r>
              <a:rPr lang="en-US" sz="6100">
                <a:latin typeface="+mj-lt"/>
              </a:rPr>
              <a:t>On-Screen Designs</a:t>
            </a:r>
          </a:p>
        </p:txBody>
      </p:sp>
    </p:spTree>
    <p:extLst>
      <p:ext uri="{BB962C8B-B14F-4D97-AF65-F5344CB8AC3E}">
        <p14:creationId xmlns:p14="http://schemas.microsoft.com/office/powerpoint/2010/main" val="4124026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B_OnScreen Cover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8542DAF-0A09-5D15-3C71-E89C58AC06DA}"/>
              </a:ext>
            </a:extLst>
          </p:cNvPr>
          <p:cNvSpPr/>
          <p:nvPr userDrawn="1"/>
        </p:nvSpPr>
        <p:spPr>
          <a:xfrm>
            <a:off x="1524" y="0"/>
            <a:ext cx="12188952" cy="6857999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33A813-01C1-0B36-1A79-447E900E8079}"/>
              </a:ext>
            </a:extLst>
          </p:cNvPr>
          <p:cNvSpPr/>
          <p:nvPr userDrawn="1"/>
        </p:nvSpPr>
        <p:spPr>
          <a:xfrm>
            <a:off x="10499633" y="812819"/>
            <a:ext cx="21328" cy="1097280"/>
          </a:xfrm>
          <a:prstGeom prst="rect">
            <a:avLst/>
          </a:prstGeom>
          <a:gradFill>
            <a:gsLst>
              <a:gs pos="0">
                <a:srgbClr val="3DB7E4"/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E9328A-78F8-0940-66BA-118068FDB686}"/>
              </a:ext>
            </a:extLst>
          </p:cNvPr>
          <p:cNvSpPr/>
          <p:nvPr userDrawn="1"/>
        </p:nvSpPr>
        <p:spPr>
          <a:xfrm>
            <a:off x="9601136" y="2452973"/>
            <a:ext cx="92202" cy="1526096"/>
          </a:xfrm>
          <a:prstGeom prst="rect">
            <a:avLst/>
          </a:prstGeom>
          <a:gradFill>
            <a:gsLst>
              <a:gs pos="0">
                <a:srgbClr val="3DB7E4"/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CD63F1-8591-ED48-6739-E940274EFE3B}"/>
              </a:ext>
            </a:extLst>
          </p:cNvPr>
          <p:cNvSpPr/>
          <p:nvPr userDrawn="1"/>
        </p:nvSpPr>
        <p:spPr>
          <a:xfrm>
            <a:off x="10142961" y="3828601"/>
            <a:ext cx="45719" cy="1885665"/>
          </a:xfrm>
          <a:prstGeom prst="rect">
            <a:avLst/>
          </a:prstGeom>
          <a:gradFill>
            <a:gsLst>
              <a:gs pos="0">
                <a:srgbClr val="3DB7E4">
                  <a:alpha val="60000"/>
                </a:srgb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D49C6B3-7BA0-8F9F-9976-99FB3A19FA48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1"/>
            </p:custDataLst>
          </p:nvPr>
        </p:nvSpPr>
        <p:spPr>
          <a:xfrm>
            <a:off x="451820" y="2417770"/>
            <a:ext cx="5961679" cy="1231106"/>
          </a:xfrm>
        </p:spPr>
        <p:txBody>
          <a:bodyPr anchor="b">
            <a:noAutofit/>
          </a:bodyPr>
          <a:lstStyle>
            <a:lvl1pPr marL="0" indent="0">
              <a:buNone/>
              <a:defRPr sz="4000" b="1">
                <a:solidFill>
                  <a:schemeClr val="bg2"/>
                </a:solidFill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Presentation Title in This Location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D2CD9A4-276E-3465-C5B1-3307AC0986A2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2"/>
            </p:custDataLst>
          </p:nvPr>
        </p:nvSpPr>
        <p:spPr>
          <a:xfrm>
            <a:off x="451821" y="3909079"/>
            <a:ext cx="4539726" cy="246221"/>
          </a:xfrm>
        </p:spPr>
        <p:txBody>
          <a:bodyPr anchor="t">
            <a:noAutofit/>
          </a:bodyPr>
          <a:lstStyle>
            <a:lvl1pPr marL="0" indent="0">
              <a:buNone/>
              <a:defRPr sz="1800">
                <a:solidFill>
                  <a:srgbClr val="3DB7E4"/>
                </a:solidFill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Date Goes in This Location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ECB208-B9A6-C9D8-C387-477F45674261}"/>
              </a:ext>
            </a:extLst>
          </p:cNvPr>
          <p:cNvSpPr/>
          <p:nvPr userDrawn="1"/>
        </p:nvSpPr>
        <p:spPr>
          <a:xfrm>
            <a:off x="6423314" y="4527836"/>
            <a:ext cx="69273" cy="831273"/>
          </a:xfrm>
          <a:prstGeom prst="rect">
            <a:avLst/>
          </a:prstGeom>
          <a:gradFill>
            <a:gsLst>
              <a:gs pos="0">
                <a:srgbClr val="3DB7E4">
                  <a:alpha val="55000"/>
                </a:srgb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32E899-2B15-D56B-3C05-8B1D72D5F034}"/>
              </a:ext>
            </a:extLst>
          </p:cNvPr>
          <p:cNvSpPr/>
          <p:nvPr userDrawn="1"/>
        </p:nvSpPr>
        <p:spPr>
          <a:xfrm>
            <a:off x="6610300" y="2751423"/>
            <a:ext cx="57250" cy="2453990"/>
          </a:xfrm>
          <a:prstGeom prst="rect">
            <a:avLst/>
          </a:prstGeom>
          <a:gradFill>
            <a:gsLst>
              <a:gs pos="0">
                <a:srgbClr val="3DB7E4"/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CB34-AF36-F128-0F02-27D7621B05B8}"/>
              </a:ext>
            </a:extLst>
          </p:cNvPr>
          <p:cNvSpPr/>
          <p:nvPr userDrawn="1"/>
        </p:nvSpPr>
        <p:spPr>
          <a:xfrm>
            <a:off x="7369175" y="3107023"/>
            <a:ext cx="76200" cy="2453990"/>
          </a:xfrm>
          <a:prstGeom prst="rect">
            <a:avLst/>
          </a:prstGeom>
          <a:gradFill>
            <a:gsLst>
              <a:gs pos="0">
                <a:srgbClr val="3DB7E4">
                  <a:alpha val="35000"/>
                </a:srgb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FA7684-5A13-EDF5-A906-77B4E28E1AA5}"/>
              </a:ext>
            </a:extLst>
          </p:cNvPr>
          <p:cNvSpPr/>
          <p:nvPr userDrawn="1"/>
        </p:nvSpPr>
        <p:spPr>
          <a:xfrm>
            <a:off x="9260967" y="3626577"/>
            <a:ext cx="20065" cy="393334"/>
          </a:xfrm>
          <a:prstGeom prst="rect">
            <a:avLst/>
          </a:prstGeom>
          <a:gradFill>
            <a:gsLst>
              <a:gs pos="0">
                <a:srgbClr val="3DB7E4"/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252DCD-A799-AE89-7388-3754D6987B32}"/>
              </a:ext>
            </a:extLst>
          </p:cNvPr>
          <p:cNvSpPr/>
          <p:nvPr userDrawn="1"/>
        </p:nvSpPr>
        <p:spPr>
          <a:xfrm>
            <a:off x="9350476" y="1273176"/>
            <a:ext cx="7735" cy="3271329"/>
          </a:xfrm>
          <a:prstGeom prst="rect">
            <a:avLst/>
          </a:prstGeom>
          <a:gradFill>
            <a:gsLst>
              <a:gs pos="0">
                <a:srgbClr val="3DB7E4"/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F28FB36-7B80-85C0-12A0-EBABD88C9490}"/>
              </a:ext>
            </a:extLst>
          </p:cNvPr>
          <p:cNvSpPr/>
          <p:nvPr userDrawn="1"/>
        </p:nvSpPr>
        <p:spPr>
          <a:xfrm>
            <a:off x="8929623" y="1648109"/>
            <a:ext cx="45719" cy="1885665"/>
          </a:xfrm>
          <a:prstGeom prst="rect">
            <a:avLst/>
          </a:prstGeom>
          <a:gradFill>
            <a:gsLst>
              <a:gs pos="0">
                <a:srgbClr val="3DB7E4">
                  <a:alpha val="25000"/>
                </a:srgb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19" name="Rectangle 15">
            <a:extLst>
              <a:ext uri="{FF2B5EF4-FFF2-40B4-BE49-F238E27FC236}">
                <a16:creationId xmlns:a16="http://schemas.microsoft.com/office/drawing/2014/main" id="{7E6F85E1-F4DC-523F-D7D5-E5AA5535AE03}"/>
              </a:ext>
            </a:extLst>
          </p:cNvPr>
          <p:cNvSpPr/>
          <p:nvPr userDrawn="1"/>
        </p:nvSpPr>
        <p:spPr>
          <a:xfrm>
            <a:off x="9226924" y="0"/>
            <a:ext cx="2965076" cy="6857999"/>
          </a:xfrm>
          <a:custGeom>
            <a:avLst/>
            <a:gdLst>
              <a:gd name="connsiteX0" fmla="*/ 0 w 2965076"/>
              <a:gd name="connsiteY0" fmla="*/ 0 h 6857999"/>
              <a:gd name="connsiteX1" fmla="*/ 2965076 w 2965076"/>
              <a:gd name="connsiteY1" fmla="*/ 0 h 6857999"/>
              <a:gd name="connsiteX2" fmla="*/ 2965076 w 2965076"/>
              <a:gd name="connsiteY2" fmla="*/ 6857999 h 6857999"/>
              <a:gd name="connsiteX3" fmla="*/ 0 w 2965076"/>
              <a:gd name="connsiteY3" fmla="*/ 6857999 h 6857999"/>
              <a:gd name="connsiteX4" fmla="*/ 0 w 2965076"/>
              <a:gd name="connsiteY4" fmla="*/ 0 h 6857999"/>
              <a:gd name="connsiteX0" fmla="*/ 0 w 2965076"/>
              <a:gd name="connsiteY0" fmla="*/ 6857999 h 6857999"/>
              <a:gd name="connsiteX1" fmla="*/ 2965076 w 2965076"/>
              <a:gd name="connsiteY1" fmla="*/ 0 h 6857999"/>
              <a:gd name="connsiteX2" fmla="*/ 2965076 w 2965076"/>
              <a:gd name="connsiteY2" fmla="*/ 6857999 h 6857999"/>
              <a:gd name="connsiteX3" fmla="*/ 0 w 2965076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5076" h="6857999">
                <a:moveTo>
                  <a:pt x="0" y="6857999"/>
                </a:moveTo>
                <a:lnTo>
                  <a:pt x="2965076" y="0"/>
                </a:lnTo>
                <a:lnTo>
                  <a:pt x="2965076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4F61EFE6-CDEE-7994-5225-0C97F6E65CCE}"/>
              </a:ext>
            </a:extLst>
          </p:cNvPr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91276" y="6156841"/>
            <a:ext cx="1943079" cy="347835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6934689-3D94-9129-F865-AF69BD9E06F8}"/>
              </a:ext>
            </a:extLst>
          </p:cNvPr>
          <p:cNvSpPr/>
          <p:nvPr userDrawn="1"/>
        </p:nvSpPr>
        <p:spPr>
          <a:xfrm>
            <a:off x="12401713" y="0"/>
            <a:ext cx="2063587" cy="100836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2104" rIns="45720" bIns="42104" rtlCol="0" anchor="t">
            <a:spAutoFit/>
          </a:bodyPr>
          <a:lstStyle/>
          <a:p>
            <a:pPr algn="ctr"/>
            <a:r>
              <a:rPr lang="en-US" sz="1600" b="1">
                <a:solidFill>
                  <a:srgbClr val="FF0000"/>
                </a:solidFill>
              </a:rPr>
              <a:t>PLEASE NOTE:</a:t>
            </a:r>
          </a:p>
          <a:p>
            <a:pPr algn="ctr">
              <a:lnSpc>
                <a:spcPct val="100000"/>
              </a:lnSpc>
            </a:pPr>
            <a:r>
              <a:rPr lang="en-US" sz="1100" b="0">
                <a:solidFill>
                  <a:srgbClr val="FF0000"/>
                </a:solidFill>
              </a:rPr>
              <a:t>This design is intended for </a:t>
            </a:r>
            <a:br>
              <a:rPr lang="en-US" sz="1100" b="0">
                <a:solidFill>
                  <a:srgbClr val="FF0000"/>
                </a:solidFill>
              </a:rPr>
            </a:br>
            <a:r>
              <a:rPr lang="en-US" sz="1100" b="1">
                <a:solidFill>
                  <a:srgbClr val="FF0000"/>
                </a:solidFill>
              </a:rPr>
              <a:t>ON-SCREEN PRESENTATIONS</a:t>
            </a:r>
          </a:p>
          <a:p>
            <a:pPr algn="ctr">
              <a:lnSpc>
                <a:spcPct val="100000"/>
              </a:lnSpc>
            </a:pPr>
            <a:r>
              <a:rPr lang="en-US" sz="1100" b="0">
                <a:solidFill>
                  <a:srgbClr val="FF0000"/>
                </a:solidFill>
              </a:rPr>
              <a:t>Printing may cause quality issues and will require excessive ink</a:t>
            </a:r>
            <a:endParaRPr lang="en-US" sz="1400" b="0">
              <a:solidFill>
                <a:srgbClr val="FF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CFC48D-EED7-078A-4FDE-AF3F505E3315}"/>
              </a:ext>
            </a:extLst>
          </p:cNvPr>
          <p:cNvSpPr/>
          <p:nvPr userDrawn="1"/>
        </p:nvSpPr>
        <p:spPr>
          <a:xfrm>
            <a:off x="12401713" y="1152525"/>
            <a:ext cx="2063587" cy="1516191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2104" rIns="45720" bIns="42104" rtlCol="0" anchor="t">
            <a:spAutoFit/>
          </a:bodyPr>
          <a:lstStyle/>
          <a:p>
            <a:pPr algn="ctr"/>
            <a:r>
              <a:rPr lang="en-US" sz="1600" b="1">
                <a:solidFill>
                  <a:srgbClr val="FF0000"/>
                </a:solidFill>
              </a:rPr>
              <a:t>PLEASE NOTE:</a:t>
            </a:r>
          </a:p>
          <a:p>
            <a:pPr algn="ctr">
              <a:lnSpc>
                <a:spcPct val="100000"/>
              </a:lnSpc>
            </a:pPr>
            <a:r>
              <a:rPr lang="en-US" sz="1100" b="0">
                <a:solidFill>
                  <a:srgbClr val="FF0000"/>
                </a:solidFill>
              </a:rPr>
              <a:t>This Design cannot be modified, and </a:t>
            </a:r>
            <a:r>
              <a:rPr lang="en-US" sz="1100" b="1">
                <a:solidFill>
                  <a:srgbClr val="FF0000"/>
                </a:solidFill>
              </a:rPr>
              <a:t>all Slide Master edits/updates/adjustments should be handled by DTP </a:t>
            </a:r>
            <a:r>
              <a:rPr lang="en-US" sz="1100" b="0">
                <a:solidFill>
                  <a:srgbClr val="FF0000"/>
                </a:solidFill>
              </a:rPr>
              <a:t>to ensure proper branding, quality, and technical setup to avoid corruption and PDF/Print issues</a:t>
            </a:r>
            <a:endParaRPr lang="en-US" sz="1400" b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2453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B_OnScreen Cover w/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6934689-3D94-9129-F865-AF69BD9E06F8}"/>
              </a:ext>
            </a:extLst>
          </p:cNvPr>
          <p:cNvSpPr/>
          <p:nvPr userDrawn="1"/>
        </p:nvSpPr>
        <p:spPr>
          <a:xfrm>
            <a:off x="12401713" y="0"/>
            <a:ext cx="2063587" cy="100836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2104" rIns="45720" bIns="42104" rtlCol="0" anchor="t">
            <a:spAutoFit/>
          </a:bodyPr>
          <a:lstStyle/>
          <a:p>
            <a:pPr algn="ctr"/>
            <a:r>
              <a:rPr lang="en-US" sz="1600" b="1">
                <a:solidFill>
                  <a:srgbClr val="FF0000"/>
                </a:solidFill>
              </a:rPr>
              <a:t>PLEASE NOTE:</a:t>
            </a:r>
          </a:p>
          <a:p>
            <a:pPr algn="ctr">
              <a:lnSpc>
                <a:spcPct val="100000"/>
              </a:lnSpc>
            </a:pPr>
            <a:r>
              <a:rPr lang="en-US" sz="1100" b="0">
                <a:solidFill>
                  <a:srgbClr val="FF0000"/>
                </a:solidFill>
              </a:rPr>
              <a:t>This design is intended for </a:t>
            </a:r>
            <a:br>
              <a:rPr lang="en-US" sz="1100" b="0">
                <a:solidFill>
                  <a:srgbClr val="FF0000"/>
                </a:solidFill>
              </a:rPr>
            </a:br>
            <a:r>
              <a:rPr lang="en-US" sz="1100" b="1">
                <a:solidFill>
                  <a:srgbClr val="FF0000"/>
                </a:solidFill>
              </a:rPr>
              <a:t>ON-SCREEN PRESENTATIONS</a:t>
            </a:r>
          </a:p>
          <a:p>
            <a:pPr algn="ctr">
              <a:lnSpc>
                <a:spcPct val="100000"/>
              </a:lnSpc>
            </a:pPr>
            <a:r>
              <a:rPr lang="en-US" sz="1100" b="0">
                <a:solidFill>
                  <a:srgbClr val="FF0000"/>
                </a:solidFill>
              </a:rPr>
              <a:t>Printing may cause quality issues and will require excessive ink</a:t>
            </a:r>
            <a:endParaRPr lang="en-US" sz="1400" b="0">
              <a:solidFill>
                <a:srgbClr val="FF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BA867E-FBED-0172-35C0-B9DDB708E32B}"/>
              </a:ext>
            </a:extLst>
          </p:cNvPr>
          <p:cNvSpPr/>
          <p:nvPr userDrawn="1"/>
        </p:nvSpPr>
        <p:spPr>
          <a:xfrm>
            <a:off x="1524" y="1"/>
            <a:ext cx="12188952" cy="6857999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915824-6D34-F164-B8F6-3D0D94B3F46B}"/>
              </a:ext>
            </a:extLst>
          </p:cNvPr>
          <p:cNvSpPr/>
          <p:nvPr userDrawn="1"/>
        </p:nvSpPr>
        <p:spPr>
          <a:xfrm>
            <a:off x="10499633" y="812819"/>
            <a:ext cx="21328" cy="1097280"/>
          </a:xfrm>
          <a:prstGeom prst="rect">
            <a:avLst/>
          </a:prstGeom>
          <a:gradFill>
            <a:gsLst>
              <a:gs pos="0">
                <a:srgbClr val="3DB7E4"/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F8E880-3E9D-28EB-F1A8-4A79936F7A25}"/>
              </a:ext>
            </a:extLst>
          </p:cNvPr>
          <p:cNvSpPr/>
          <p:nvPr userDrawn="1"/>
        </p:nvSpPr>
        <p:spPr>
          <a:xfrm>
            <a:off x="9601136" y="2452973"/>
            <a:ext cx="92202" cy="1526096"/>
          </a:xfrm>
          <a:prstGeom prst="rect">
            <a:avLst/>
          </a:prstGeom>
          <a:gradFill>
            <a:gsLst>
              <a:gs pos="0">
                <a:srgbClr val="3DB7E4"/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66215A-6DD2-B465-AE78-94F1ED93E238}"/>
              </a:ext>
            </a:extLst>
          </p:cNvPr>
          <p:cNvSpPr/>
          <p:nvPr userDrawn="1"/>
        </p:nvSpPr>
        <p:spPr>
          <a:xfrm>
            <a:off x="10142961" y="3828601"/>
            <a:ext cx="45719" cy="1885665"/>
          </a:xfrm>
          <a:prstGeom prst="rect">
            <a:avLst/>
          </a:prstGeom>
          <a:gradFill>
            <a:gsLst>
              <a:gs pos="0">
                <a:srgbClr val="3DB7E4">
                  <a:alpha val="60000"/>
                </a:srgb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5BC70B-1B4A-1D6C-1132-EF1B9505009B}"/>
              </a:ext>
            </a:extLst>
          </p:cNvPr>
          <p:cNvSpPr/>
          <p:nvPr userDrawn="1"/>
        </p:nvSpPr>
        <p:spPr>
          <a:xfrm>
            <a:off x="6423314" y="4527836"/>
            <a:ext cx="69273" cy="831273"/>
          </a:xfrm>
          <a:prstGeom prst="rect">
            <a:avLst/>
          </a:prstGeom>
          <a:gradFill>
            <a:gsLst>
              <a:gs pos="0">
                <a:srgbClr val="3DB7E4">
                  <a:alpha val="55000"/>
                </a:srgb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8ADE9E8-AFDB-5079-76E2-55FCD19EA551}"/>
              </a:ext>
            </a:extLst>
          </p:cNvPr>
          <p:cNvSpPr/>
          <p:nvPr userDrawn="1"/>
        </p:nvSpPr>
        <p:spPr>
          <a:xfrm>
            <a:off x="6610300" y="2751423"/>
            <a:ext cx="57250" cy="2453990"/>
          </a:xfrm>
          <a:prstGeom prst="rect">
            <a:avLst/>
          </a:prstGeom>
          <a:gradFill>
            <a:gsLst>
              <a:gs pos="0">
                <a:srgbClr val="3DB7E4"/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9C9AE19-790D-949B-80CB-1A1B09556EB4}"/>
              </a:ext>
            </a:extLst>
          </p:cNvPr>
          <p:cNvSpPr/>
          <p:nvPr userDrawn="1"/>
        </p:nvSpPr>
        <p:spPr>
          <a:xfrm>
            <a:off x="7369175" y="3107023"/>
            <a:ext cx="76200" cy="2453990"/>
          </a:xfrm>
          <a:prstGeom prst="rect">
            <a:avLst/>
          </a:prstGeom>
          <a:gradFill>
            <a:gsLst>
              <a:gs pos="0">
                <a:srgbClr val="3DB7E4">
                  <a:alpha val="35000"/>
                </a:srgb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A4DD27A-C5B0-BBCD-CDE0-2524259A8400}"/>
              </a:ext>
            </a:extLst>
          </p:cNvPr>
          <p:cNvSpPr/>
          <p:nvPr userDrawn="1"/>
        </p:nvSpPr>
        <p:spPr>
          <a:xfrm>
            <a:off x="9260967" y="3626577"/>
            <a:ext cx="20065" cy="393334"/>
          </a:xfrm>
          <a:prstGeom prst="rect">
            <a:avLst/>
          </a:prstGeom>
          <a:gradFill>
            <a:gsLst>
              <a:gs pos="0">
                <a:srgbClr val="3DB7E4"/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55065E-6F66-5CFC-9200-E4E969FEF68E}"/>
              </a:ext>
            </a:extLst>
          </p:cNvPr>
          <p:cNvSpPr/>
          <p:nvPr userDrawn="1"/>
        </p:nvSpPr>
        <p:spPr>
          <a:xfrm>
            <a:off x="9350476" y="1273176"/>
            <a:ext cx="7735" cy="3271329"/>
          </a:xfrm>
          <a:prstGeom prst="rect">
            <a:avLst/>
          </a:prstGeom>
          <a:gradFill>
            <a:gsLst>
              <a:gs pos="0">
                <a:srgbClr val="3DB7E4"/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AE3A183-F6CA-9227-7F04-033365079C64}"/>
              </a:ext>
            </a:extLst>
          </p:cNvPr>
          <p:cNvSpPr/>
          <p:nvPr userDrawn="1"/>
        </p:nvSpPr>
        <p:spPr>
          <a:xfrm>
            <a:off x="8929623" y="1648109"/>
            <a:ext cx="45719" cy="1885665"/>
          </a:xfrm>
          <a:prstGeom prst="rect">
            <a:avLst/>
          </a:prstGeom>
          <a:gradFill>
            <a:gsLst>
              <a:gs pos="0">
                <a:srgbClr val="3DB7E4">
                  <a:alpha val="25000"/>
                </a:srgb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E704339-2602-4A77-543D-63D24C8FAC33}"/>
              </a:ext>
            </a:extLst>
          </p:cNvPr>
          <p:cNvSpPr/>
          <p:nvPr userDrawn="1"/>
        </p:nvSpPr>
        <p:spPr>
          <a:xfrm>
            <a:off x="451821" y="2197100"/>
            <a:ext cx="3978275" cy="914400"/>
          </a:xfrm>
          <a:prstGeom prst="rect">
            <a:avLst/>
          </a:prstGeom>
          <a:solidFill>
            <a:srgbClr val="FFFF00">
              <a:alpha val="60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Client Logo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FBEE87D6-60E0-7C2D-D263-0AA28E00519E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1"/>
            </p:custDataLst>
          </p:nvPr>
        </p:nvSpPr>
        <p:spPr>
          <a:xfrm>
            <a:off x="451821" y="3294070"/>
            <a:ext cx="5961679" cy="1231106"/>
          </a:xfrm>
        </p:spPr>
        <p:txBody>
          <a:bodyPr anchor="b">
            <a:noAutofit/>
          </a:bodyPr>
          <a:lstStyle>
            <a:lvl1pPr marL="0" indent="0">
              <a:buNone/>
              <a:defRPr sz="4000" b="1">
                <a:solidFill>
                  <a:schemeClr val="bg2"/>
                </a:solidFill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Presentation Title in This Location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A8915B6E-229B-5753-5052-37E506C901A3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2"/>
            </p:custDataLst>
          </p:nvPr>
        </p:nvSpPr>
        <p:spPr>
          <a:xfrm>
            <a:off x="451821" y="4785379"/>
            <a:ext cx="4539726" cy="246221"/>
          </a:xfrm>
        </p:spPr>
        <p:txBody>
          <a:bodyPr anchor="t">
            <a:noAutofit/>
          </a:bodyPr>
          <a:lstStyle>
            <a:lvl1pPr marL="0" indent="0">
              <a:buNone/>
              <a:defRPr sz="1800">
                <a:solidFill>
                  <a:srgbClr val="3DB7E4"/>
                </a:solidFill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Date Goes in This Location</a:t>
            </a:r>
          </a:p>
        </p:txBody>
      </p:sp>
      <p:sp>
        <p:nvSpPr>
          <p:cNvPr id="30" name="Rectangle 15">
            <a:extLst>
              <a:ext uri="{FF2B5EF4-FFF2-40B4-BE49-F238E27FC236}">
                <a16:creationId xmlns:a16="http://schemas.microsoft.com/office/drawing/2014/main" id="{BEDBD1AC-850F-37FB-504E-7713DC55F394}"/>
              </a:ext>
            </a:extLst>
          </p:cNvPr>
          <p:cNvSpPr/>
          <p:nvPr userDrawn="1"/>
        </p:nvSpPr>
        <p:spPr>
          <a:xfrm>
            <a:off x="9226924" y="0"/>
            <a:ext cx="2965076" cy="6857999"/>
          </a:xfrm>
          <a:custGeom>
            <a:avLst/>
            <a:gdLst>
              <a:gd name="connsiteX0" fmla="*/ 0 w 2965076"/>
              <a:gd name="connsiteY0" fmla="*/ 0 h 6857999"/>
              <a:gd name="connsiteX1" fmla="*/ 2965076 w 2965076"/>
              <a:gd name="connsiteY1" fmla="*/ 0 h 6857999"/>
              <a:gd name="connsiteX2" fmla="*/ 2965076 w 2965076"/>
              <a:gd name="connsiteY2" fmla="*/ 6857999 h 6857999"/>
              <a:gd name="connsiteX3" fmla="*/ 0 w 2965076"/>
              <a:gd name="connsiteY3" fmla="*/ 6857999 h 6857999"/>
              <a:gd name="connsiteX4" fmla="*/ 0 w 2965076"/>
              <a:gd name="connsiteY4" fmla="*/ 0 h 6857999"/>
              <a:gd name="connsiteX0" fmla="*/ 0 w 2965076"/>
              <a:gd name="connsiteY0" fmla="*/ 6857999 h 6857999"/>
              <a:gd name="connsiteX1" fmla="*/ 2965076 w 2965076"/>
              <a:gd name="connsiteY1" fmla="*/ 0 h 6857999"/>
              <a:gd name="connsiteX2" fmla="*/ 2965076 w 2965076"/>
              <a:gd name="connsiteY2" fmla="*/ 6857999 h 6857999"/>
              <a:gd name="connsiteX3" fmla="*/ 0 w 2965076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5076" h="6857999">
                <a:moveTo>
                  <a:pt x="0" y="6857999"/>
                </a:moveTo>
                <a:lnTo>
                  <a:pt x="2965076" y="0"/>
                </a:lnTo>
                <a:lnTo>
                  <a:pt x="2965076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53E63CDD-4877-2B93-D786-659D63607980}"/>
              </a:ext>
            </a:extLst>
          </p:cNvPr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91276" y="6156841"/>
            <a:ext cx="1943079" cy="34783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91BFFAD-7B8C-4C4F-07F0-16EE4445C825}"/>
              </a:ext>
            </a:extLst>
          </p:cNvPr>
          <p:cNvSpPr/>
          <p:nvPr userDrawn="1"/>
        </p:nvSpPr>
        <p:spPr>
          <a:xfrm>
            <a:off x="12401713" y="1152525"/>
            <a:ext cx="2063587" cy="1177637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2104" rIns="45720" bIns="42104" rtlCol="0" anchor="t">
            <a:spAutoFit/>
          </a:bodyPr>
          <a:lstStyle/>
          <a:p>
            <a:pPr algn="ctr"/>
            <a:r>
              <a:rPr lang="en-US" sz="1600" b="1">
                <a:solidFill>
                  <a:srgbClr val="FF0000"/>
                </a:solidFill>
              </a:rPr>
              <a:t>PLEASE NOTE:</a:t>
            </a:r>
          </a:p>
          <a:p>
            <a:pPr algn="ctr">
              <a:lnSpc>
                <a:spcPct val="100000"/>
              </a:lnSpc>
            </a:pPr>
            <a:r>
              <a:rPr lang="en-US" sz="1100" b="0">
                <a:solidFill>
                  <a:srgbClr val="FF0000"/>
                </a:solidFill>
              </a:rPr>
              <a:t>Client Logo location cannot be modified. William Blair logo should always remain isolated. </a:t>
            </a:r>
            <a:r>
              <a:rPr lang="en-US" sz="1100" b="1">
                <a:solidFill>
                  <a:srgbClr val="FF0000"/>
                </a:solidFill>
              </a:rPr>
              <a:t>DTP will add appropriate vector (hi-res) logo upon request</a:t>
            </a:r>
            <a:endParaRPr lang="en-US" sz="14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2186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B_OnScreen Cover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D30F1E2-6CF7-64BB-2C26-188800A6330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0" indent="0" algn="ctr">
              <a:buFont typeface="Arial" pitchFamily="34" charset="0"/>
              <a:buNone/>
            </a:pPr>
            <a:r>
              <a:rPr lang="en-US" sz="5400">
                <a:solidFill>
                  <a:srgbClr val="FFFFFF"/>
                </a:solidFill>
              </a:rPr>
              <a:t>SINGLE CLIENT OR STOCK PHOTO</a:t>
            </a:r>
            <a:br>
              <a:rPr lang="en-US" sz="5400">
                <a:solidFill>
                  <a:srgbClr val="FFFFFF"/>
                </a:solidFill>
              </a:rPr>
            </a:br>
            <a:r>
              <a:rPr lang="en-US" sz="5400">
                <a:solidFill>
                  <a:srgbClr val="FFFFFF"/>
                </a:solidFill>
              </a:rPr>
              <a:t>OR</a:t>
            </a:r>
            <a:br>
              <a:rPr lang="en-US" sz="5400">
                <a:solidFill>
                  <a:srgbClr val="FFFFFF"/>
                </a:solidFill>
              </a:rPr>
            </a:br>
            <a:r>
              <a:rPr lang="en-US" sz="5400">
                <a:solidFill>
                  <a:srgbClr val="FFFFFF"/>
                </a:solidFill>
              </a:rPr>
              <a:t>ABSTRACT IMAGE/GRAPHIC</a:t>
            </a:r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D1025140-46A9-DFB4-AF01-2EC1D3CF7E43}"/>
              </a:ext>
            </a:extLst>
          </p:cNvPr>
          <p:cNvSpPr/>
          <p:nvPr userDrawn="1"/>
        </p:nvSpPr>
        <p:spPr>
          <a:xfrm>
            <a:off x="9226924" y="0"/>
            <a:ext cx="2965076" cy="6857999"/>
          </a:xfrm>
          <a:custGeom>
            <a:avLst/>
            <a:gdLst>
              <a:gd name="connsiteX0" fmla="*/ 0 w 2965076"/>
              <a:gd name="connsiteY0" fmla="*/ 0 h 6857999"/>
              <a:gd name="connsiteX1" fmla="*/ 2965076 w 2965076"/>
              <a:gd name="connsiteY1" fmla="*/ 0 h 6857999"/>
              <a:gd name="connsiteX2" fmla="*/ 2965076 w 2965076"/>
              <a:gd name="connsiteY2" fmla="*/ 6857999 h 6857999"/>
              <a:gd name="connsiteX3" fmla="*/ 0 w 2965076"/>
              <a:gd name="connsiteY3" fmla="*/ 6857999 h 6857999"/>
              <a:gd name="connsiteX4" fmla="*/ 0 w 2965076"/>
              <a:gd name="connsiteY4" fmla="*/ 0 h 6857999"/>
              <a:gd name="connsiteX0" fmla="*/ 0 w 2965076"/>
              <a:gd name="connsiteY0" fmla="*/ 6857999 h 6857999"/>
              <a:gd name="connsiteX1" fmla="*/ 2965076 w 2965076"/>
              <a:gd name="connsiteY1" fmla="*/ 0 h 6857999"/>
              <a:gd name="connsiteX2" fmla="*/ 2965076 w 2965076"/>
              <a:gd name="connsiteY2" fmla="*/ 6857999 h 6857999"/>
              <a:gd name="connsiteX3" fmla="*/ 0 w 2965076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5076" h="6857999">
                <a:moveTo>
                  <a:pt x="0" y="6857999"/>
                </a:moveTo>
                <a:lnTo>
                  <a:pt x="2965076" y="0"/>
                </a:lnTo>
                <a:lnTo>
                  <a:pt x="2965076" y="6857999"/>
                </a:lnTo>
                <a:lnTo>
                  <a:pt x="0" y="6857999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C537EA0-3C7B-35A6-5C95-208498AAA3F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1"/>
            </p:custDataLst>
          </p:nvPr>
        </p:nvSpPr>
        <p:spPr>
          <a:xfrm>
            <a:off x="451821" y="3294070"/>
            <a:ext cx="5961679" cy="1231106"/>
          </a:xfrm>
        </p:spPr>
        <p:txBody>
          <a:bodyPr anchor="b">
            <a:noAutofit/>
          </a:bodyPr>
          <a:lstStyle>
            <a:lvl1pPr marL="0" indent="0">
              <a:buNone/>
              <a:defRPr sz="4000" b="1">
                <a:solidFill>
                  <a:schemeClr val="accent1"/>
                </a:solidFill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Presentation Title in This Location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6F36225-EEDF-3AFC-7F50-F1708505C92E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2"/>
            </p:custDataLst>
          </p:nvPr>
        </p:nvSpPr>
        <p:spPr>
          <a:xfrm>
            <a:off x="451821" y="4785379"/>
            <a:ext cx="4539726" cy="246221"/>
          </a:xfrm>
        </p:spPr>
        <p:txBody>
          <a:bodyPr anchor="t">
            <a:noAutofit/>
          </a:bodyPr>
          <a:lstStyle>
            <a:lvl1pPr marL="0" indent="0">
              <a:buNone/>
              <a:defRPr sz="1800">
                <a:solidFill>
                  <a:srgbClr val="3DB7E4"/>
                </a:solidFill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Date Goes in This Location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8752C6CD-5005-03AF-01C5-73A24513BD05}"/>
              </a:ext>
            </a:extLst>
          </p:cNvPr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91276" y="6156841"/>
            <a:ext cx="1943079" cy="34783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42B1368-56BC-509D-83D4-EAFC77ACB9E2}"/>
              </a:ext>
            </a:extLst>
          </p:cNvPr>
          <p:cNvSpPr/>
          <p:nvPr userDrawn="1"/>
        </p:nvSpPr>
        <p:spPr>
          <a:xfrm>
            <a:off x="12401713" y="0"/>
            <a:ext cx="2063587" cy="100836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42104" rIns="45720" bIns="42104" rtlCol="0" anchor="t">
            <a:spAutoFit/>
          </a:bodyPr>
          <a:lstStyle/>
          <a:p>
            <a:pPr marL="0" algn="ctr" defTabSz="914164" rtl="0" eaLnBrk="1" latinLnBrk="0" hangingPunct="1"/>
            <a:r>
              <a:rPr lang="en-US" sz="1600" b="1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PLEASE NOTE:</a:t>
            </a:r>
          </a:p>
          <a:p>
            <a:pPr marL="0" algn="ctr" defTabSz="914164" rtl="0" eaLnBrk="1" latinLnBrk="0" hangingPunct="1">
              <a:lnSpc>
                <a:spcPct val="100000"/>
              </a:lnSpc>
            </a:pPr>
            <a:r>
              <a:rPr lang="en-US" sz="1100" b="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This design is intended for </a:t>
            </a:r>
            <a:br>
              <a:rPr lang="en-US" sz="1100" b="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</a:br>
            <a:r>
              <a:rPr lang="en-US" sz="1100" b="1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ON-SCREEN PRESENTATIONS</a:t>
            </a:r>
          </a:p>
          <a:p>
            <a:pPr marL="0" marR="0" lvl="0" indent="0" algn="ctr" defTabSz="9141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0">
                <a:solidFill>
                  <a:srgbClr val="FF0000"/>
                </a:solidFill>
              </a:rPr>
              <a:t>Printing may cause quality issues and will require excessive ink</a:t>
            </a:r>
            <a:endParaRPr lang="en-US" sz="1400" b="0">
              <a:solidFill>
                <a:srgbClr val="FF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858F80-8EE9-3805-56E0-2F1EE5E44D46}"/>
              </a:ext>
            </a:extLst>
          </p:cNvPr>
          <p:cNvSpPr/>
          <p:nvPr userDrawn="1"/>
        </p:nvSpPr>
        <p:spPr>
          <a:xfrm>
            <a:off x="451821" y="2197100"/>
            <a:ext cx="3978275" cy="914400"/>
          </a:xfrm>
          <a:prstGeom prst="rect">
            <a:avLst/>
          </a:prstGeom>
          <a:solidFill>
            <a:srgbClr val="FFFF00">
              <a:alpha val="60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Client Logo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02C041-A24E-E9C9-8D8D-3409FDC3DF31}"/>
              </a:ext>
            </a:extLst>
          </p:cNvPr>
          <p:cNvSpPr/>
          <p:nvPr userDrawn="1"/>
        </p:nvSpPr>
        <p:spPr>
          <a:xfrm>
            <a:off x="12401713" y="1152525"/>
            <a:ext cx="2063587" cy="1177637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2104" rIns="45720" bIns="42104" rtlCol="0" anchor="t">
            <a:spAutoFit/>
          </a:bodyPr>
          <a:lstStyle/>
          <a:p>
            <a:pPr algn="ctr"/>
            <a:r>
              <a:rPr lang="en-US" sz="1600" b="1">
                <a:solidFill>
                  <a:srgbClr val="FF0000"/>
                </a:solidFill>
              </a:rPr>
              <a:t>PLEASE NOTE:</a:t>
            </a:r>
          </a:p>
          <a:p>
            <a:pPr algn="ctr">
              <a:lnSpc>
                <a:spcPct val="100000"/>
              </a:lnSpc>
            </a:pPr>
            <a:r>
              <a:rPr lang="en-US" sz="1100" b="1">
                <a:solidFill>
                  <a:srgbClr val="FF0000"/>
                </a:solidFill>
              </a:rPr>
              <a:t>IMAGE/GRAHIC MUST BE SOURCED BY DTP TO ENSURE TOP QUALITY</a:t>
            </a:r>
          </a:p>
          <a:p>
            <a:pPr algn="ctr">
              <a:lnSpc>
                <a:spcPct val="100000"/>
              </a:lnSpc>
            </a:pPr>
            <a:r>
              <a:rPr lang="en-US" sz="1100" b="0">
                <a:solidFill>
                  <a:srgbClr val="FF0000"/>
                </a:solidFill>
              </a:rPr>
              <a:t>Layout cannot be further modified without Ops approval</a:t>
            </a:r>
          </a:p>
        </p:txBody>
      </p:sp>
    </p:spTree>
    <p:extLst>
      <p:ext uri="{BB962C8B-B14F-4D97-AF65-F5344CB8AC3E}">
        <p14:creationId xmlns:p14="http://schemas.microsoft.com/office/powerpoint/2010/main" val="3816976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B_OnScreen 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5941468-95FF-25BB-BCEA-F3BB1A8F9A3C}"/>
              </a:ext>
            </a:extLst>
          </p:cNvPr>
          <p:cNvCxnSpPr>
            <a:cxnSpLocks/>
          </p:cNvCxnSpPr>
          <p:nvPr userDrawn="1"/>
        </p:nvCxnSpPr>
        <p:spPr>
          <a:xfrm>
            <a:off x="1524" y="6297637"/>
            <a:ext cx="12188952" cy="0"/>
          </a:xfrm>
          <a:prstGeom prst="line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23420896-BC1F-D60C-AC3C-5895E827A0CB}"/>
              </a:ext>
            </a:extLst>
          </p:cNvPr>
          <p:cNvSpPr/>
          <p:nvPr userDrawn="1"/>
        </p:nvSpPr>
        <p:spPr>
          <a:xfrm>
            <a:off x="10499633" y="812819"/>
            <a:ext cx="21328" cy="109728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D68EF8-C639-F84A-DE92-59C4A1B02E5A}"/>
              </a:ext>
            </a:extLst>
          </p:cNvPr>
          <p:cNvSpPr/>
          <p:nvPr userDrawn="1"/>
        </p:nvSpPr>
        <p:spPr>
          <a:xfrm>
            <a:off x="9601136" y="2452973"/>
            <a:ext cx="92202" cy="1526096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92C933-0FBA-F601-994C-2F8C87589A47}"/>
              </a:ext>
            </a:extLst>
          </p:cNvPr>
          <p:cNvSpPr/>
          <p:nvPr userDrawn="1"/>
        </p:nvSpPr>
        <p:spPr>
          <a:xfrm>
            <a:off x="10142961" y="3828601"/>
            <a:ext cx="45719" cy="1885665"/>
          </a:xfrm>
          <a:prstGeom prst="rect">
            <a:avLst/>
          </a:prstGeom>
          <a:gradFill>
            <a:gsLst>
              <a:gs pos="0">
                <a:schemeClr val="accent1">
                  <a:alpha val="60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0F8CEF-0841-68B7-7504-E7A40AFB1BB6}"/>
              </a:ext>
            </a:extLst>
          </p:cNvPr>
          <p:cNvSpPr/>
          <p:nvPr userDrawn="1"/>
        </p:nvSpPr>
        <p:spPr>
          <a:xfrm>
            <a:off x="6423314" y="4527836"/>
            <a:ext cx="69273" cy="831273"/>
          </a:xfrm>
          <a:prstGeom prst="rect">
            <a:avLst/>
          </a:prstGeom>
          <a:gradFill>
            <a:gsLst>
              <a:gs pos="0">
                <a:schemeClr val="accent1">
                  <a:alpha val="55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F915593-8854-BBFF-6209-99DB8F3C6DCF}"/>
              </a:ext>
            </a:extLst>
          </p:cNvPr>
          <p:cNvSpPr/>
          <p:nvPr userDrawn="1"/>
        </p:nvSpPr>
        <p:spPr>
          <a:xfrm>
            <a:off x="6610300" y="2751423"/>
            <a:ext cx="57250" cy="245399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D6F8C0-5F1E-30A1-4685-4CB3735DD26A}"/>
              </a:ext>
            </a:extLst>
          </p:cNvPr>
          <p:cNvSpPr/>
          <p:nvPr userDrawn="1"/>
        </p:nvSpPr>
        <p:spPr>
          <a:xfrm>
            <a:off x="7369175" y="3107023"/>
            <a:ext cx="76200" cy="2453990"/>
          </a:xfrm>
          <a:prstGeom prst="rect">
            <a:avLst/>
          </a:prstGeom>
          <a:gradFill>
            <a:gsLst>
              <a:gs pos="0">
                <a:schemeClr val="accent1">
                  <a:alpha val="35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2BE7E6-919B-3D50-C2C9-239E27EFA587}"/>
              </a:ext>
            </a:extLst>
          </p:cNvPr>
          <p:cNvSpPr/>
          <p:nvPr userDrawn="1"/>
        </p:nvSpPr>
        <p:spPr>
          <a:xfrm>
            <a:off x="9260967" y="3626577"/>
            <a:ext cx="20065" cy="393334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10C44B-BDA6-A64C-7964-7EA69EEFC0D2}"/>
              </a:ext>
            </a:extLst>
          </p:cNvPr>
          <p:cNvSpPr/>
          <p:nvPr userDrawn="1"/>
        </p:nvSpPr>
        <p:spPr>
          <a:xfrm>
            <a:off x="9350476" y="1273176"/>
            <a:ext cx="7735" cy="3271329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624C7B9-BBA6-9616-9215-EBC428D957C6}"/>
              </a:ext>
            </a:extLst>
          </p:cNvPr>
          <p:cNvSpPr/>
          <p:nvPr userDrawn="1"/>
        </p:nvSpPr>
        <p:spPr>
          <a:xfrm>
            <a:off x="8929623" y="1648109"/>
            <a:ext cx="45719" cy="1885665"/>
          </a:xfrm>
          <a:prstGeom prst="rect">
            <a:avLst/>
          </a:prstGeom>
          <a:gradFill>
            <a:gsLst>
              <a:gs pos="0">
                <a:schemeClr val="accent1">
                  <a:alpha val="2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C8ED0CFB-115E-CB6E-726B-B4D57803FC7A}"/>
              </a:ext>
            </a:extLst>
          </p:cNvPr>
          <p:cNvSpPr>
            <a:spLocks noGrp="1"/>
          </p:cNvSpPr>
          <p:nvPr>
            <p:ph type="body" idx="1" hasCustomPrompt="1"/>
            <p:custDataLst>
              <p:tags r:id="rId1"/>
            </p:custDataLst>
          </p:nvPr>
        </p:nvSpPr>
        <p:spPr>
          <a:xfrm>
            <a:off x="472440" y="1450974"/>
            <a:ext cx="11247120" cy="4754880"/>
          </a:xfrm>
          <a:prstGeom prst="rect">
            <a:avLst/>
          </a:prstGeom>
        </p:spPr>
        <p:txBody>
          <a:bodyPr tIns="0" bIns="0" anchor="t"/>
          <a:lstStyle>
            <a:lvl1pPr marL="342851" marR="0" indent="-342851" algn="l" defTabSz="91416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+mj-lt"/>
              <a:buNone/>
              <a:tabLst/>
              <a:defRPr sz="1400">
                <a:solidFill>
                  <a:schemeClr val="tx1"/>
                </a:solidFill>
                <a:latin typeface="+mj-lt"/>
              </a:defRPr>
            </a:lvl1pPr>
            <a:lvl2pPr marL="6348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tx1"/>
                </a:solidFill>
                <a:latin typeface="+mj-lt"/>
              </a:defRPr>
            </a:lvl2pPr>
            <a:lvl3pPr marL="339725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  <a:latin typeface="+mj-lt"/>
              </a:defRPr>
            </a:lvl3pPr>
            <a:lvl4pPr marL="339725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tx1"/>
                </a:solidFill>
                <a:latin typeface="+mj-lt"/>
              </a:defRPr>
            </a:lvl4pPr>
            <a:lvl5pPr marL="182854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67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8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95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08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  <a:p>
            <a:pPr lvl="3"/>
            <a:r>
              <a:rPr lang="en-US"/>
              <a:t>Level 4</a:t>
            </a:r>
          </a:p>
          <a:p>
            <a:pPr lvl="0"/>
            <a:endParaRPr lang="en-US"/>
          </a:p>
        </p:txBody>
      </p:sp>
      <p:sp>
        <p:nvSpPr>
          <p:cNvPr id="21" name="Title Placeholder 1">
            <a:extLst>
              <a:ext uri="{FF2B5EF4-FFF2-40B4-BE49-F238E27FC236}">
                <a16:creationId xmlns:a16="http://schemas.microsoft.com/office/drawing/2014/main" id="{9D122C79-5942-7A6A-9B44-649B17135C14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472440" y="301752"/>
            <a:ext cx="11247120" cy="42976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lnSpc>
                <a:spcPct val="100000"/>
              </a:lnSpc>
              <a:defRPr baseline="0"/>
            </a:lvl1pPr>
          </a:lstStyle>
          <a:p>
            <a:r>
              <a:rPr lang="en-US"/>
              <a:t>[Table of Contents]</a:t>
            </a:r>
          </a:p>
        </p:txBody>
      </p:sp>
      <p:sp>
        <p:nvSpPr>
          <p:cNvPr id="22" name="Rectangle 15">
            <a:extLst>
              <a:ext uri="{FF2B5EF4-FFF2-40B4-BE49-F238E27FC236}">
                <a16:creationId xmlns:a16="http://schemas.microsoft.com/office/drawing/2014/main" id="{6BB23F1F-5829-DE36-4B85-273DCFB4A97A}"/>
              </a:ext>
            </a:extLst>
          </p:cNvPr>
          <p:cNvSpPr/>
          <p:nvPr userDrawn="1"/>
        </p:nvSpPr>
        <p:spPr>
          <a:xfrm>
            <a:off x="9226924" y="0"/>
            <a:ext cx="2965076" cy="6857999"/>
          </a:xfrm>
          <a:custGeom>
            <a:avLst/>
            <a:gdLst>
              <a:gd name="connsiteX0" fmla="*/ 0 w 2965076"/>
              <a:gd name="connsiteY0" fmla="*/ 0 h 6857999"/>
              <a:gd name="connsiteX1" fmla="*/ 2965076 w 2965076"/>
              <a:gd name="connsiteY1" fmla="*/ 0 h 6857999"/>
              <a:gd name="connsiteX2" fmla="*/ 2965076 w 2965076"/>
              <a:gd name="connsiteY2" fmla="*/ 6857999 h 6857999"/>
              <a:gd name="connsiteX3" fmla="*/ 0 w 2965076"/>
              <a:gd name="connsiteY3" fmla="*/ 6857999 h 6857999"/>
              <a:gd name="connsiteX4" fmla="*/ 0 w 2965076"/>
              <a:gd name="connsiteY4" fmla="*/ 0 h 6857999"/>
              <a:gd name="connsiteX0" fmla="*/ 0 w 2965076"/>
              <a:gd name="connsiteY0" fmla="*/ 6857999 h 6857999"/>
              <a:gd name="connsiteX1" fmla="*/ 2965076 w 2965076"/>
              <a:gd name="connsiteY1" fmla="*/ 0 h 6857999"/>
              <a:gd name="connsiteX2" fmla="*/ 2965076 w 2965076"/>
              <a:gd name="connsiteY2" fmla="*/ 6857999 h 6857999"/>
              <a:gd name="connsiteX3" fmla="*/ 0 w 2965076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5076" h="6857999">
                <a:moveTo>
                  <a:pt x="0" y="6857999"/>
                </a:moveTo>
                <a:lnTo>
                  <a:pt x="2965076" y="0"/>
                </a:lnTo>
                <a:lnTo>
                  <a:pt x="2965076" y="6857999"/>
                </a:lnTo>
                <a:lnTo>
                  <a:pt x="0" y="6857999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0F9FE9-44C3-C098-D590-F5B48482ABC2}"/>
              </a:ext>
            </a:extLst>
          </p:cNvPr>
          <p:cNvSpPr/>
          <p:nvPr userDrawn="1"/>
        </p:nvSpPr>
        <p:spPr>
          <a:xfrm>
            <a:off x="12401713" y="0"/>
            <a:ext cx="2063587" cy="669806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2104" rIns="45720" bIns="42104" rtlCol="0" anchor="t">
            <a:spAutoFit/>
          </a:bodyPr>
          <a:lstStyle/>
          <a:p>
            <a:pPr algn="ctr"/>
            <a:r>
              <a:rPr lang="en-US" sz="1600" b="1">
                <a:solidFill>
                  <a:srgbClr val="FF0000"/>
                </a:solidFill>
              </a:rPr>
              <a:t>PLEASE NOTE:</a:t>
            </a:r>
          </a:p>
          <a:p>
            <a:pPr algn="ctr">
              <a:lnSpc>
                <a:spcPct val="100000"/>
              </a:lnSpc>
            </a:pPr>
            <a:r>
              <a:rPr lang="en-US" sz="1100" b="0">
                <a:solidFill>
                  <a:srgbClr val="FF0000"/>
                </a:solidFill>
              </a:rPr>
              <a:t>This design is intended for </a:t>
            </a:r>
            <a:br>
              <a:rPr lang="en-US" sz="1100" b="0">
                <a:solidFill>
                  <a:srgbClr val="FF0000"/>
                </a:solidFill>
              </a:rPr>
            </a:br>
            <a:r>
              <a:rPr lang="en-US" sz="1100" b="1">
                <a:solidFill>
                  <a:srgbClr val="FF0000"/>
                </a:solidFill>
              </a:rPr>
              <a:t>ON-SCREEN PRESENTATIONS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1FCEDF0D-02DF-F2E6-9720-10DDA519D8E2}"/>
              </a:ext>
            </a:extLst>
          </p:cNvPr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91276" y="6156841"/>
            <a:ext cx="1943079" cy="347835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F3DFDC34-0C5C-1F4E-E66C-9C3B025CF926}"/>
              </a:ext>
            </a:extLst>
          </p:cNvPr>
          <p:cNvSpPr/>
          <p:nvPr userDrawn="1"/>
        </p:nvSpPr>
        <p:spPr>
          <a:xfrm flipH="1" flipV="1">
            <a:off x="0" y="301752"/>
            <a:ext cx="347133" cy="802892"/>
          </a:xfrm>
          <a:custGeom>
            <a:avLst/>
            <a:gdLst>
              <a:gd name="connsiteX0" fmla="*/ 0 w 2965076"/>
              <a:gd name="connsiteY0" fmla="*/ 0 h 6857999"/>
              <a:gd name="connsiteX1" fmla="*/ 2965076 w 2965076"/>
              <a:gd name="connsiteY1" fmla="*/ 0 h 6857999"/>
              <a:gd name="connsiteX2" fmla="*/ 2965076 w 2965076"/>
              <a:gd name="connsiteY2" fmla="*/ 6857999 h 6857999"/>
              <a:gd name="connsiteX3" fmla="*/ 0 w 2965076"/>
              <a:gd name="connsiteY3" fmla="*/ 6857999 h 6857999"/>
              <a:gd name="connsiteX4" fmla="*/ 0 w 2965076"/>
              <a:gd name="connsiteY4" fmla="*/ 0 h 6857999"/>
              <a:gd name="connsiteX0" fmla="*/ 0 w 2965076"/>
              <a:gd name="connsiteY0" fmla="*/ 6857999 h 6857999"/>
              <a:gd name="connsiteX1" fmla="*/ 2965076 w 2965076"/>
              <a:gd name="connsiteY1" fmla="*/ 0 h 6857999"/>
              <a:gd name="connsiteX2" fmla="*/ 2965076 w 2965076"/>
              <a:gd name="connsiteY2" fmla="*/ 6857999 h 6857999"/>
              <a:gd name="connsiteX3" fmla="*/ 0 w 2965076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5076" h="6857999">
                <a:moveTo>
                  <a:pt x="0" y="6857999"/>
                </a:moveTo>
                <a:lnTo>
                  <a:pt x="2965076" y="0"/>
                </a:lnTo>
                <a:lnTo>
                  <a:pt x="2965076" y="6857999"/>
                </a:lnTo>
                <a:lnTo>
                  <a:pt x="0" y="6857999"/>
                </a:ln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040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B_OnScree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">
            <a:extLst>
              <a:ext uri="{FF2B5EF4-FFF2-40B4-BE49-F238E27FC236}">
                <a16:creationId xmlns:a16="http://schemas.microsoft.com/office/drawing/2014/main" id="{C8FFE39A-8473-218F-B5C8-0744073E4E6D}"/>
              </a:ext>
            </a:extLst>
          </p:cNvPr>
          <p:cNvSpPr>
            <a:spLocks/>
          </p:cNvSpPr>
          <p:nvPr userDrawn="1"/>
        </p:nvSpPr>
        <p:spPr bwMode="auto">
          <a:xfrm>
            <a:off x="4558587" y="0"/>
            <a:ext cx="7635875" cy="6858000"/>
          </a:xfrm>
          <a:custGeom>
            <a:avLst/>
            <a:gdLst>
              <a:gd name="T0" fmla="*/ 4810 w 4810"/>
              <a:gd name="T1" fmla="*/ 4320 h 4320"/>
              <a:gd name="T2" fmla="*/ 0 w 4810"/>
              <a:gd name="T3" fmla="*/ 4320 h 4320"/>
              <a:gd name="T4" fmla="*/ 1888 w 4810"/>
              <a:gd name="T5" fmla="*/ 0 h 4320"/>
              <a:gd name="T6" fmla="*/ 4810 w 4810"/>
              <a:gd name="T7" fmla="*/ 0 h 4320"/>
              <a:gd name="T8" fmla="*/ 4810 w 4810"/>
              <a:gd name="T9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10" h="4320">
                <a:moveTo>
                  <a:pt x="4810" y="4320"/>
                </a:moveTo>
                <a:lnTo>
                  <a:pt x="0" y="4320"/>
                </a:lnTo>
                <a:lnTo>
                  <a:pt x="1888" y="0"/>
                </a:lnTo>
                <a:lnTo>
                  <a:pt x="4810" y="0"/>
                </a:lnTo>
                <a:lnTo>
                  <a:pt x="4810" y="4320"/>
                </a:lnTo>
                <a:close/>
              </a:path>
            </a:pathLst>
          </a:custGeom>
          <a:gradFill>
            <a:gsLst>
              <a:gs pos="59000">
                <a:srgbClr val="002133"/>
              </a:gs>
              <a:gs pos="0">
                <a:schemeClr val="accent1"/>
              </a:gs>
              <a:gs pos="100000">
                <a:schemeClr val="tx1"/>
              </a:gs>
            </a:gsLst>
            <a:lin ang="5400000" scaled="1"/>
          </a:gradFill>
          <a:ln w="635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A1282C5-D4BC-9E5A-8C01-E103F9D2EB5A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1822" y="6156841"/>
            <a:ext cx="1943079" cy="34783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7DB3D5F-1B4C-E850-A69C-8F281B82FDE5}"/>
              </a:ext>
            </a:extLst>
          </p:cNvPr>
          <p:cNvSpPr/>
          <p:nvPr userDrawn="1"/>
        </p:nvSpPr>
        <p:spPr>
          <a:xfrm>
            <a:off x="12401713" y="0"/>
            <a:ext cx="2063587" cy="669806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2104" rIns="45720" bIns="42104" rtlCol="0" anchor="t">
            <a:spAutoFit/>
          </a:bodyPr>
          <a:lstStyle/>
          <a:p>
            <a:pPr marL="0" algn="ctr" defTabSz="914164" rtl="0" eaLnBrk="1" latinLnBrk="0" hangingPunct="1"/>
            <a:r>
              <a:rPr lang="en-US" sz="1600" b="1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PLEASE NOTE:</a:t>
            </a:r>
          </a:p>
          <a:p>
            <a:pPr marL="0" algn="ctr" defTabSz="914164" rtl="0" eaLnBrk="1" latinLnBrk="0" hangingPunct="1">
              <a:lnSpc>
                <a:spcPct val="100000"/>
              </a:lnSpc>
            </a:pPr>
            <a:r>
              <a:rPr lang="en-US" sz="1100" b="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This design is intended for </a:t>
            </a:r>
            <a:br>
              <a:rPr lang="en-US" sz="1100" b="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</a:br>
            <a:r>
              <a:rPr lang="en-US" sz="1100" b="1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ON-SCREEN PRESENTATIONS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239AD98-E2F3-97B6-AEF6-D943562651C8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451822" y="3007129"/>
            <a:ext cx="5200834" cy="615553"/>
          </a:xfrm>
        </p:spPr>
        <p:txBody>
          <a:bodyPr anchor="t">
            <a:noAutofit/>
          </a:bodyPr>
          <a:lstStyle>
            <a:lvl1pPr marL="0" indent="0">
              <a:buNone/>
              <a:defRPr sz="4000" b="1">
                <a:solidFill>
                  <a:schemeClr val="accent1"/>
                </a:solidFill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Divider Title Goes in This Location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2A4FA7-BBBD-63CC-70DE-11BA0706DDDB}"/>
              </a:ext>
            </a:extLst>
          </p:cNvPr>
          <p:cNvSpPr/>
          <p:nvPr userDrawn="1"/>
        </p:nvSpPr>
        <p:spPr>
          <a:xfrm>
            <a:off x="8013700" y="4655932"/>
            <a:ext cx="73381" cy="1158649"/>
          </a:xfrm>
          <a:prstGeom prst="rect">
            <a:avLst/>
          </a:prstGeom>
          <a:gradFill>
            <a:gsLst>
              <a:gs pos="0">
                <a:srgbClr val="3DB7E4"/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6B45D4-5D01-A7D9-2C89-C3F21C13E78A}"/>
              </a:ext>
            </a:extLst>
          </p:cNvPr>
          <p:cNvSpPr/>
          <p:nvPr userDrawn="1"/>
        </p:nvSpPr>
        <p:spPr>
          <a:xfrm>
            <a:off x="8211775" y="2179922"/>
            <a:ext cx="60645" cy="3420434"/>
          </a:xfrm>
          <a:prstGeom prst="rect">
            <a:avLst/>
          </a:prstGeom>
          <a:gradFill>
            <a:gsLst>
              <a:gs pos="0">
                <a:srgbClr val="3DB7E4"/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7CA574-5BF6-7B09-CB06-02EB1F8CA9DD}"/>
              </a:ext>
            </a:extLst>
          </p:cNvPr>
          <p:cNvSpPr/>
          <p:nvPr userDrawn="1"/>
        </p:nvSpPr>
        <p:spPr>
          <a:xfrm>
            <a:off x="9015656" y="2675566"/>
            <a:ext cx="80719" cy="3420434"/>
          </a:xfrm>
          <a:prstGeom prst="rect">
            <a:avLst/>
          </a:prstGeom>
          <a:gradFill>
            <a:gsLst>
              <a:gs pos="0">
                <a:srgbClr val="3DB7E4"/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8EAF81-76B7-D459-0C35-66B18D30CA7E}"/>
              </a:ext>
            </a:extLst>
          </p:cNvPr>
          <p:cNvSpPr/>
          <p:nvPr userDrawn="1"/>
        </p:nvSpPr>
        <p:spPr>
          <a:xfrm>
            <a:off x="6634575" y="4674361"/>
            <a:ext cx="77227" cy="1278239"/>
          </a:xfrm>
          <a:prstGeom prst="rect">
            <a:avLst/>
          </a:prstGeom>
          <a:gradFill>
            <a:gsLst>
              <a:gs pos="0">
                <a:srgbClr val="3DB7E4"/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E645AFF-1FF2-FC49-1466-B3916EB4FF9A}"/>
              </a:ext>
            </a:extLst>
          </p:cNvPr>
          <p:cNvSpPr/>
          <p:nvPr userDrawn="1"/>
        </p:nvSpPr>
        <p:spPr>
          <a:xfrm>
            <a:off x="6349654" y="5657357"/>
            <a:ext cx="16806" cy="329452"/>
          </a:xfrm>
          <a:prstGeom prst="rect">
            <a:avLst/>
          </a:prstGeom>
          <a:gradFill>
            <a:gsLst>
              <a:gs pos="0">
                <a:srgbClr val="3DB7E4"/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24AA27D-4FC8-EDE1-0383-AC283AA008EF}"/>
              </a:ext>
            </a:extLst>
          </p:cNvPr>
          <p:cNvSpPr/>
          <p:nvPr userDrawn="1"/>
        </p:nvSpPr>
        <p:spPr>
          <a:xfrm>
            <a:off x="6424625" y="3686178"/>
            <a:ext cx="6479" cy="2740024"/>
          </a:xfrm>
          <a:prstGeom prst="rect">
            <a:avLst/>
          </a:prstGeom>
          <a:gradFill>
            <a:gsLst>
              <a:gs pos="0">
                <a:srgbClr val="3DB7E4"/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CA9C2D7-BABA-C363-C07B-8D82CCC79156}"/>
              </a:ext>
            </a:extLst>
          </p:cNvPr>
          <p:cNvSpPr/>
          <p:nvPr userDrawn="1"/>
        </p:nvSpPr>
        <p:spPr>
          <a:xfrm>
            <a:off x="6072124" y="4000217"/>
            <a:ext cx="38294" cy="1579409"/>
          </a:xfrm>
          <a:prstGeom prst="rect">
            <a:avLst/>
          </a:prstGeom>
          <a:gradFill>
            <a:gsLst>
              <a:gs pos="0">
                <a:srgbClr val="3DB7E4">
                  <a:alpha val="25000"/>
                </a:srgb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A78C5FC-3D93-7FC0-AF71-C9C752861338}"/>
              </a:ext>
            </a:extLst>
          </p:cNvPr>
          <p:cNvSpPr/>
          <p:nvPr userDrawn="1"/>
        </p:nvSpPr>
        <p:spPr>
          <a:xfrm>
            <a:off x="11549098" y="3415755"/>
            <a:ext cx="38294" cy="1005840"/>
          </a:xfrm>
          <a:prstGeom prst="rect">
            <a:avLst/>
          </a:prstGeom>
          <a:gradFill>
            <a:gsLst>
              <a:gs pos="0">
                <a:srgbClr val="3DB7E4">
                  <a:alpha val="60000"/>
                </a:srgb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DCCBBB9-37BD-5D68-1F60-EEA70FF2927F}"/>
              </a:ext>
            </a:extLst>
          </p:cNvPr>
          <p:cNvSpPr/>
          <p:nvPr userDrawn="1"/>
        </p:nvSpPr>
        <p:spPr>
          <a:xfrm>
            <a:off x="11895721" y="446312"/>
            <a:ext cx="23777" cy="1188720"/>
          </a:xfrm>
          <a:prstGeom prst="rect">
            <a:avLst/>
          </a:prstGeom>
          <a:gradFill>
            <a:gsLst>
              <a:gs pos="0">
                <a:srgbClr val="3DB7E4"/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D8CA70C-4C47-D37D-56CA-5F5E611CC6FD}"/>
              </a:ext>
            </a:extLst>
          </p:cNvPr>
          <p:cNvSpPr/>
          <p:nvPr userDrawn="1"/>
        </p:nvSpPr>
        <p:spPr>
          <a:xfrm>
            <a:off x="11004813" y="2032401"/>
            <a:ext cx="90535" cy="1632924"/>
          </a:xfrm>
          <a:prstGeom prst="rect">
            <a:avLst/>
          </a:prstGeom>
          <a:gradFill>
            <a:gsLst>
              <a:gs pos="0">
                <a:srgbClr val="3DB7E4"/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6EC6C94-B71A-81C8-85F1-0655B37F47CD}"/>
              </a:ext>
            </a:extLst>
          </p:cNvPr>
          <p:cNvSpPr/>
          <p:nvPr userDrawn="1"/>
        </p:nvSpPr>
        <p:spPr>
          <a:xfrm>
            <a:off x="10670794" y="3288157"/>
            <a:ext cx="19702" cy="420868"/>
          </a:xfrm>
          <a:prstGeom prst="rect">
            <a:avLst/>
          </a:prstGeom>
          <a:gradFill>
            <a:gsLst>
              <a:gs pos="0">
                <a:srgbClr val="3DB7E4"/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4153ED7-D28E-F00B-5F4B-619D13A68F3D}"/>
              </a:ext>
            </a:extLst>
          </p:cNvPr>
          <p:cNvSpPr/>
          <p:nvPr userDrawn="1"/>
        </p:nvSpPr>
        <p:spPr>
          <a:xfrm>
            <a:off x="10758685" y="770017"/>
            <a:ext cx="7595" cy="3500324"/>
          </a:xfrm>
          <a:prstGeom prst="rect">
            <a:avLst/>
          </a:prstGeom>
          <a:gradFill>
            <a:gsLst>
              <a:gs pos="0">
                <a:srgbClr val="3DB7E4"/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814F6EF-2C9F-BB70-34AA-EB133F42B45F}"/>
              </a:ext>
            </a:extLst>
          </p:cNvPr>
          <p:cNvSpPr/>
          <p:nvPr userDrawn="1"/>
        </p:nvSpPr>
        <p:spPr>
          <a:xfrm>
            <a:off x="10345440" y="1171196"/>
            <a:ext cx="44892" cy="2017663"/>
          </a:xfrm>
          <a:prstGeom prst="rect">
            <a:avLst/>
          </a:prstGeom>
          <a:gradFill>
            <a:gsLst>
              <a:gs pos="0">
                <a:srgbClr val="3DB7E4">
                  <a:alpha val="25000"/>
                </a:srgb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852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B_OnScreen Divider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82FE6691-F220-AC79-1A23-A245E8E5CCAC}"/>
              </a:ext>
            </a:extLst>
          </p:cNvPr>
          <p:cNvSpPr>
            <a:spLocks/>
          </p:cNvSpPr>
          <p:nvPr userDrawn="1">
            <p:custDataLst>
              <p:tags r:id="rId1"/>
            </p:custDataLst>
          </p:nvPr>
        </p:nvSpPr>
        <p:spPr bwMode="auto">
          <a:xfrm>
            <a:off x="4561050" y="0"/>
            <a:ext cx="7635875" cy="6858000"/>
          </a:xfrm>
          <a:custGeom>
            <a:avLst/>
            <a:gdLst>
              <a:gd name="T0" fmla="*/ 4810 w 4810"/>
              <a:gd name="T1" fmla="*/ 4320 h 4320"/>
              <a:gd name="T2" fmla="*/ 0 w 4810"/>
              <a:gd name="T3" fmla="*/ 4320 h 4320"/>
              <a:gd name="T4" fmla="*/ 1888 w 4810"/>
              <a:gd name="T5" fmla="*/ 0 h 4320"/>
              <a:gd name="T6" fmla="*/ 4810 w 4810"/>
              <a:gd name="T7" fmla="*/ 0 h 4320"/>
              <a:gd name="T8" fmla="*/ 4810 w 4810"/>
              <a:gd name="T9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10" h="4320">
                <a:moveTo>
                  <a:pt x="4810" y="4320"/>
                </a:moveTo>
                <a:lnTo>
                  <a:pt x="0" y="4320"/>
                </a:lnTo>
                <a:lnTo>
                  <a:pt x="1888" y="0"/>
                </a:lnTo>
                <a:lnTo>
                  <a:pt x="4810" y="0"/>
                </a:lnTo>
                <a:lnTo>
                  <a:pt x="4810" y="4320"/>
                </a:lnTo>
                <a:close/>
              </a:path>
            </a:pathLst>
          </a:custGeom>
          <a:solidFill>
            <a:srgbClr val="FFC000"/>
          </a:solidFill>
          <a:ln w="635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indent="0" algn="ctr" defTabSz="914400" rtl="0" eaLnBrk="1" latinLnBrk="0" hangingPunct="1">
              <a:buFont typeface="Arial" pitchFamily="34" charset="0"/>
              <a:buNone/>
            </a:pPr>
            <a:r>
              <a:rPr lang="en-US" sz="5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SINGLE </a:t>
            </a:r>
            <a:br>
              <a:rPr lang="en-US" sz="5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</a:br>
            <a:r>
              <a:rPr lang="en-US" sz="5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CLIENT OR </a:t>
            </a:r>
            <a:br>
              <a:rPr lang="en-US" sz="5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</a:br>
            <a:r>
              <a:rPr lang="en-US" sz="5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STOCK PHOTO</a:t>
            </a:r>
            <a:br>
              <a:rPr lang="en-US" sz="5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</a:br>
            <a:r>
              <a:rPr lang="en-US" sz="5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OR ABSTRACT IMAGE/GRAPHIC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A78BF5FE-F608-A5D3-98DC-B11626324F9D}"/>
              </a:ext>
            </a:extLst>
          </p:cNvPr>
          <p:cNvSpPr/>
          <p:nvPr userDrawn="1"/>
        </p:nvSpPr>
        <p:spPr>
          <a:xfrm>
            <a:off x="0" y="0"/>
            <a:ext cx="7558250" cy="6858000"/>
          </a:xfrm>
          <a:custGeom>
            <a:avLst/>
            <a:gdLst>
              <a:gd name="connsiteX0" fmla="*/ 0 w 7558250"/>
              <a:gd name="connsiteY0" fmla="*/ 0 h 6858000"/>
              <a:gd name="connsiteX1" fmla="*/ 7558250 w 7558250"/>
              <a:gd name="connsiteY1" fmla="*/ 0 h 6858000"/>
              <a:gd name="connsiteX2" fmla="*/ 4561050 w 7558250"/>
              <a:gd name="connsiteY2" fmla="*/ 6858000 h 6858000"/>
              <a:gd name="connsiteX3" fmla="*/ 0 w 7558250"/>
              <a:gd name="connsiteY3" fmla="*/ 6858000 h 6858000"/>
              <a:gd name="connsiteX4" fmla="*/ 0 w 755825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58250" h="6858000">
                <a:moveTo>
                  <a:pt x="0" y="0"/>
                </a:moveTo>
                <a:lnTo>
                  <a:pt x="7558250" y="0"/>
                </a:lnTo>
                <a:lnTo>
                  <a:pt x="456105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/>
              <a:t>2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A1282C5-D4BC-9E5A-8C01-E103F9D2EB5A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1822" y="6156841"/>
            <a:ext cx="1943079" cy="34783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7DB3D5F-1B4C-E850-A69C-8F281B82FDE5}"/>
              </a:ext>
            </a:extLst>
          </p:cNvPr>
          <p:cNvSpPr/>
          <p:nvPr userDrawn="1"/>
        </p:nvSpPr>
        <p:spPr>
          <a:xfrm>
            <a:off x="12401713" y="0"/>
            <a:ext cx="2063587" cy="669806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2104" rIns="45720" bIns="42104" rtlCol="0" anchor="t">
            <a:spAutoFit/>
          </a:bodyPr>
          <a:lstStyle/>
          <a:p>
            <a:pPr marL="0" algn="ctr" defTabSz="914164" rtl="0" eaLnBrk="1" latinLnBrk="0" hangingPunct="1"/>
            <a:r>
              <a:rPr lang="en-US" sz="1600" b="1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PLEASE NOTE:</a:t>
            </a:r>
          </a:p>
          <a:p>
            <a:pPr marL="0" algn="ctr" defTabSz="914164" rtl="0" eaLnBrk="1" latinLnBrk="0" hangingPunct="1">
              <a:lnSpc>
                <a:spcPct val="100000"/>
              </a:lnSpc>
            </a:pPr>
            <a:r>
              <a:rPr lang="en-US" sz="1100" b="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This design is intended for </a:t>
            </a:r>
            <a:br>
              <a:rPr lang="en-US" sz="1100" b="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</a:br>
            <a:r>
              <a:rPr lang="en-US" sz="1100" b="1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ON-SCREEN PRESENTATIONS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239AD98-E2F3-97B6-AEF6-D943562651C8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451822" y="3007129"/>
            <a:ext cx="5200834" cy="615553"/>
          </a:xfrm>
        </p:spPr>
        <p:txBody>
          <a:bodyPr anchor="t">
            <a:noAutofit/>
          </a:bodyPr>
          <a:lstStyle>
            <a:lvl1pPr marL="0" indent="0">
              <a:buNone/>
              <a:defRPr sz="4000" b="1">
                <a:solidFill>
                  <a:schemeClr val="accent1"/>
                </a:solidFill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Divider Title Goes in This Location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D158C2-DF85-BE73-A610-9145C4F0C065}"/>
              </a:ext>
            </a:extLst>
          </p:cNvPr>
          <p:cNvSpPr/>
          <p:nvPr userDrawn="1"/>
        </p:nvSpPr>
        <p:spPr>
          <a:xfrm>
            <a:off x="12401713" y="1152525"/>
            <a:ext cx="2063587" cy="1177637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2104" rIns="45720" bIns="42104" rtlCol="0" anchor="t">
            <a:spAutoFit/>
          </a:bodyPr>
          <a:lstStyle/>
          <a:p>
            <a:pPr algn="ctr"/>
            <a:r>
              <a:rPr lang="en-US" sz="1600" b="1">
                <a:solidFill>
                  <a:srgbClr val="FF0000"/>
                </a:solidFill>
              </a:rPr>
              <a:t>PLEASE NOTE:</a:t>
            </a:r>
          </a:p>
          <a:p>
            <a:pPr algn="ctr">
              <a:lnSpc>
                <a:spcPct val="100000"/>
              </a:lnSpc>
            </a:pPr>
            <a:r>
              <a:rPr lang="en-US" sz="1100" b="1">
                <a:solidFill>
                  <a:srgbClr val="FF0000"/>
                </a:solidFill>
              </a:rPr>
              <a:t>IMAGE/GRAHIC MUST BE SOURCED BY DTP TO ENSURE TOP QUALITY</a:t>
            </a:r>
          </a:p>
          <a:p>
            <a:pPr algn="ctr">
              <a:lnSpc>
                <a:spcPct val="100000"/>
              </a:lnSpc>
            </a:pPr>
            <a:r>
              <a:rPr lang="en-US" sz="1100" b="0">
                <a:solidFill>
                  <a:srgbClr val="FF0000"/>
                </a:solidFill>
              </a:rPr>
              <a:t>Layout cannot be further modified without Ops approval</a:t>
            </a:r>
          </a:p>
        </p:txBody>
      </p:sp>
    </p:spTree>
    <p:extLst>
      <p:ext uri="{BB962C8B-B14F-4D97-AF65-F5344CB8AC3E}">
        <p14:creationId xmlns:p14="http://schemas.microsoft.com/office/powerpoint/2010/main" val="2939658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RE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141525-5707-255A-413D-DE459F1BDA0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03ABFF-FD1B-7BB8-B301-8628DD581F0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7" rIns="91416" bIns="45707" rtlCol="0" anchor="ctr"/>
          <a:lstStyle/>
          <a:p>
            <a:pPr algn="ctr"/>
            <a:r>
              <a:rPr lang="en-US" sz="6100">
                <a:latin typeface="+mj-lt"/>
              </a:rPr>
              <a:t>Print-Friendly Designs</a:t>
            </a:r>
          </a:p>
        </p:txBody>
      </p:sp>
    </p:spTree>
    <p:extLst>
      <p:ext uri="{BB962C8B-B14F-4D97-AF65-F5344CB8AC3E}">
        <p14:creationId xmlns:p14="http://schemas.microsoft.com/office/powerpoint/2010/main" val="2715412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B_Print Cover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193D69-A0D9-150F-0F21-300FF7EF18BE}"/>
              </a:ext>
            </a:extLst>
          </p:cNvPr>
          <p:cNvSpPr/>
          <p:nvPr userDrawn="1"/>
        </p:nvSpPr>
        <p:spPr>
          <a:xfrm>
            <a:off x="1524" y="1"/>
            <a:ext cx="12188952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B40BC6C0-3952-C544-B7AD-22D81A9F6401}"/>
              </a:ext>
            </a:extLst>
          </p:cNvPr>
          <p:cNvSpPr/>
          <p:nvPr userDrawn="1"/>
        </p:nvSpPr>
        <p:spPr>
          <a:xfrm>
            <a:off x="9226924" y="0"/>
            <a:ext cx="2965076" cy="6857999"/>
          </a:xfrm>
          <a:custGeom>
            <a:avLst/>
            <a:gdLst>
              <a:gd name="connsiteX0" fmla="*/ 0 w 2965076"/>
              <a:gd name="connsiteY0" fmla="*/ 0 h 6857999"/>
              <a:gd name="connsiteX1" fmla="*/ 2965076 w 2965076"/>
              <a:gd name="connsiteY1" fmla="*/ 0 h 6857999"/>
              <a:gd name="connsiteX2" fmla="*/ 2965076 w 2965076"/>
              <a:gd name="connsiteY2" fmla="*/ 6857999 h 6857999"/>
              <a:gd name="connsiteX3" fmla="*/ 0 w 2965076"/>
              <a:gd name="connsiteY3" fmla="*/ 6857999 h 6857999"/>
              <a:gd name="connsiteX4" fmla="*/ 0 w 2965076"/>
              <a:gd name="connsiteY4" fmla="*/ 0 h 6857999"/>
              <a:gd name="connsiteX0" fmla="*/ 0 w 2965076"/>
              <a:gd name="connsiteY0" fmla="*/ 6857999 h 6857999"/>
              <a:gd name="connsiteX1" fmla="*/ 2965076 w 2965076"/>
              <a:gd name="connsiteY1" fmla="*/ 0 h 6857999"/>
              <a:gd name="connsiteX2" fmla="*/ 2965076 w 2965076"/>
              <a:gd name="connsiteY2" fmla="*/ 6857999 h 6857999"/>
              <a:gd name="connsiteX3" fmla="*/ 0 w 2965076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5076" h="6857999">
                <a:moveTo>
                  <a:pt x="0" y="6857999"/>
                </a:moveTo>
                <a:lnTo>
                  <a:pt x="2965076" y="0"/>
                </a:lnTo>
                <a:lnTo>
                  <a:pt x="2965076" y="6857999"/>
                </a:lnTo>
                <a:lnTo>
                  <a:pt x="0" y="6857999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44266C-F028-7633-DFD8-646337157512}"/>
              </a:ext>
            </a:extLst>
          </p:cNvPr>
          <p:cNvSpPr/>
          <p:nvPr userDrawn="1"/>
        </p:nvSpPr>
        <p:spPr>
          <a:xfrm>
            <a:off x="12401713" y="0"/>
            <a:ext cx="2063587" cy="669806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2104" rIns="45720" bIns="42104" rtlCol="0" anchor="t">
            <a:spAutoFit/>
          </a:bodyPr>
          <a:lstStyle/>
          <a:p>
            <a:pPr algn="ctr"/>
            <a:r>
              <a:rPr lang="en-US" sz="1600" b="1">
                <a:solidFill>
                  <a:srgbClr val="FF0000"/>
                </a:solidFill>
              </a:rPr>
              <a:t>PLEASE NOTE:</a:t>
            </a:r>
          </a:p>
          <a:p>
            <a:pPr algn="ctr">
              <a:lnSpc>
                <a:spcPct val="100000"/>
              </a:lnSpc>
            </a:pPr>
            <a:r>
              <a:rPr lang="en-US" sz="1100" b="0">
                <a:solidFill>
                  <a:srgbClr val="FF0000"/>
                </a:solidFill>
              </a:rPr>
              <a:t>This design is intended for </a:t>
            </a:r>
            <a:r>
              <a:rPr lang="en-US" sz="1100" b="1">
                <a:solidFill>
                  <a:srgbClr val="FF0000"/>
                </a:solidFill>
              </a:rPr>
              <a:t>Printed Presentations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A0298E7-BEFA-E4BA-E50A-4793BA9FCA6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1"/>
            </p:custDataLst>
          </p:nvPr>
        </p:nvSpPr>
        <p:spPr>
          <a:xfrm>
            <a:off x="451822" y="2417770"/>
            <a:ext cx="5961679" cy="1231106"/>
          </a:xfrm>
        </p:spPr>
        <p:txBody>
          <a:bodyPr anchor="b">
            <a:noAutofit/>
          </a:bodyPr>
          <a:lstStyle>
            <a:lvl1pPr marL="0" indent="0">
              <a:buNone/>
              <a:defRPr sz="4000" b="1">
                <a:solidFill>
                  <a:schemeClr val="accent1"/>
                </a:solidFill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Presentation Title in This Location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98FE4FC-F4A2-425D-5317-84E283FD482E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2"/>
            </p:custDataLst>
          </p:nvPr>
        </p:nvSpPr>
        <p:spPr>
          <a:xfrm>
            <a:off x="451821" y="3909079"/>
            <a:ext cx="4539726" cy="246221"/>
          </a:xfrm>
        </p:spPr>
        <p:txBody>
          <a:bodyPr anchor="t">
            <a:noAutofit/>
          </a:bodyPr>
          <a:lstStyle>
            <a:lvl1pPr marL="0" indent="0">
              <a:buNone/>
              <a:defRPr sz="1800">
                <a:solidFill>
                  <a:srgbClr val="3DB7E4"/>
                </a:solidFill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Date Goes in This Location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99315298-3ECF-6A1C-41CA-3DB00B480877}"/>
              </a:ext>
            </a:extLst>
          </p:cNvPr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91276" y="6156841"/>
            <a:ext cx="1943079" cy="347835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B494006-82EC-90C4-7D41-C13A57746AB8}"/>
              </a:ext>
            </a:extLst>
          </p:cNvPr>
          <p:cNvSpPr/>
          <p:nvPr userDrawn="1"/>
        </p:nvSpPr>
        <p:spPr>
          <a:xfrm>
            <a:off x="10499633" y="812819"/>
            <a:ext cx="21328" cy="109728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3391D06-27A3-A7D1-CFD8-0C3EE144EB28}"/>
              </a:ext>
            </a:extLst>
          </p:cNvPr>
          <p:cNvSpPr/>
          <p:nvPr userDrawn="1"/>
        </p:nvSpPr>
        <p:spPr>
          <a:xfrm>
            <a:off x="9601136" y="2452973"/>
            <a:ext cx="92202" cy="1526096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F0A969D-F12E-2CB8-A531-FD16647F592E}"/>
              </a:ext>
            </a:extLst>
          </p:cNvPr>
          <p:cNvSpPr/>
          <p:nvPr userDrawn="1"/>
        </p:nvSpPr>
        <p:spPr>
          <a:xfrm>
            <a:off x="10142961" y="3828601"/>
            <a:ext cx="45719" cy="1885665"/>
          </a:xfrm>
          <a:prstGeom prst="rect">
            <a:avLst/>
          </a:prstGeom>
          <a:gradFill>
            <a:gsLst>
              <a:gs pos="0">
                <a:schemeClr val="accent1">
                  <a:alpha val="60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87A53D-FBD9-45B1-3462-071CE10F1C20}"/>
              </a:ext>
            </a:extLst>
          </p:cNvPr>
          <p:cNvSpPr/>
          <p:nvPr userDrawn="1"/>
        </p:nvSpPr>
        <p:spPr>
          <a:xfrm>
            <a:off x="6423314" y="4527836"/>
            <a:ext cx="69273" cy="831273"/>
          </a:xfrm>
          <a:prstGeom prst="rect">
            <a:avLst/>
          </a:prstGeom>
          <a:gradFill>
            <a:gsLst>
              <a:gs pos="0">
                <a:schemeClr val="accent1">
                  <a:alpha val="55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DABD3C6-245D-369D-9640-48C5E5D8EED2}"/>
              </a:ext>
            </a:extLst>
          </p:cNvPr>
          <p:cNvSpPr/>
          <p:nvPr userDrawn="1"/>
        </p:nvSpPr>
        <p:spPr>
          <a:xfrm>
            <a:off x="6610300" y="2751423"/>
            <a:ext cx="57250" cy="245399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86CE4F0-1D24-7CF9-6A61-7DA4B06CFAE4}"/>
              </a:ext>
            </a:extLst>
          </p:cNvPr>
          <p:cNvSpPr/>
          <p:nvPr userDrawn="1"/>
        </p:nvSpPr>
        <p:spPr>
          <a:xfrm>
            <a:off x="7369175" y="3107023"/>
            <a:ext cx="76200" cy="2453990"/>
          </a:xfrm>
          <a:prstGeom prst="rect">
            <a:avLst/>
          </a:prstGeom>
          <a:gradFill>
            <a:gsLst>
              <a:gs pos="0">
                <a:schemeClr val="accent1">
                  <a:alpha val="35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CA3A0EA-4E4D-9544-17B7-834D4EEE0B81}"/>
              </a:ext>
            </a:extLst>
          </p:cNvPr>
          <p:cNvSpPr/>
          <p:nvPr userDrawn="1"/>
        </p:nvSpPr>
        <p:spPr>
          <a:xfrm>
            <a:off x="9260967" y="3626577"/>
            <a:ext cx="20065" cy="393334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8C53081-D8F5-321A-C868-E6965D179E82}"/>
              </a:ext>
            </a:extLst>
          </p:cNvPr>
          <p:cNvSpPr/>
          <p:nvPr userDrawn="1"/>
        </p:nvSpPr>
        <p:spPr>
          <a:xfrm>
            <a:off x="9350476" y="1273176"/>
            <a:ext cx="7735" cy="3271329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D962A77-D277-6189-C03D-890FAC817D4D}"/>
              </a:ext>
            </a:extLst>
          </p:cNvPr>
          <p:cNvSpPr/>
          <p:nvPr userDrawn="1"/>
        </p:nvSpPr>
        <p:spPr>
          <a:xfrm>
            <a:off x="8929623" y="1648109"/>
            <a:ext cx="45719" cy="1885665"/>
          </a:xfrm>
          <a:prstGeom prst="rect">
            <a:avLst/>
          </a:prstGeom>
          <a:gradFill>
            <a:gsLst>
              <a:gs pos="0">
                <a:schemeClr val="accent1">
                  <a:alpha val="2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3B20754-443A-FD7C-7A87-777E28268435}"/>
              </a:ext>
            </a:extLst>
          </p:cNvPr>
          <p:cNvSpPr/>
          <p:nvPr userDrawn="1"/>
        </p:nvSpPr>
        <p:spPr>
          <a:xfrm>
            <a:off x="4814823" y="4391309"/>
            <a:ext cx="45719" cy="146304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AFC4A08-A83D-2488-5502-46B866E6B327}"/>
              </a:ext>
            </a:extLst>
          </p:cNvPr>
          <p:cNvSpPr/>
          <p:nvPr userDrawn="1"/>
        </p:nvSpPr>
        <p:spPr>
          <a:xfrm>
            <a:off x="5149951" y="4066858"/>
            <a:ext cx="7735" cy="237744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F1CA6FE-D8E9-3F05-1014-DF22321CE1AD}"/>
              </a:ext>
            </a:extLst>
          </p:cNvPr>
          <p:cNvSpPr/>
          <p:nvPr userDrawn="1"/>
        </p:nvSpPr>
        <p:spPr>
          <a:xfrm>
            <a:off x="5085207" y="5973537"/>
            <a:ext cx="20065" cy="393334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34A9FF3-4E73-72B1-A704-F87929CF38F0}"/>
              </a:ext>
            </a:extLst>
          </p:cNvPr>
          <p:cNvSpPr/>
          <p:nvPr userDrawn="1"/>
        </p:nvSpPr>
        <p:spPr>
          <a:xfrm>
            <a:off x="5364416" y="5028533"/>
            <a:ext cx="92202" cy="128016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280643-B9AF-2A72-CA9D-B561E22A9C55}"/>
              </a:ext>
            </a:extLst>
          </p:cNvPr>
          <p:cNvSpPr/>
          <p:nvPr userDrawn="1"/>
        </p:nvSpPr>
        <p:spPr>
          <a:xfrm>
            <a:off x="12401713" y="1152525"/>
            <a:ext cx="2063587" cy="1516191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2104" rIns="45720" bIns="42104" rtlCol="0" anchor="t">
            <a:spAutoFit/>
          </a:bodyPr>
          <a:lstStyle/>
          <a:p>
            <a:pPr algn="ctr"/>
            <a:r>
              <a:rPr lang="en-US" sz="1600" b="1">
                <a:solidFill>
                  <a:srgbClr val="FF0000"/>
                </a:solidFill>
              </a:rPr>
              <a:t>PLEASE NOTE:</a:t>
            </a:r>
          </a:p>
          <a:p>
            <a:pPr algn="ctr">
              <a:lnSpc>
                <a:spcPct val="100000"/>
              </a:lnSpc>
            </a:pPr>
            <a:r>
              <a:rPr lang="en-US" sz="1100" b="0">
                <a:solidFill>
                  <a:srgbClr val="FF0000"/>
                </a:solidFill>
              </a:rPr>
              <a:t>This Design cannot be modified, and all Slide Master edits/updates/adjustments should be handled by DTP to ensure proper branding, quality, and technical setup to avoid corruption and PDF/Print issues</a:t>
            </a:r>
            <a:endParaRPr lang="en-US" sz="1400" b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1479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B_Print Cover w/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5">
            <a:extLst>
              <a:ext uri="{FF2B5EF4-FFF2-40B4-BE49-F238E27FC236}">
                <a16:creationId xmlns:a16="http://schemas.microsoft.com/office/drawing/2014/main" id="{B40BC6C0-3952-C544-B7AD-22D81A9F6401}"/>
              </a:ext>
            </a:extLst>
          </p:cNvPr>
          <p:cNvSpPr/>
          <p:nvPr userDrawn="1"/>
        </p:nvSpPr>
        <p:spPr>
          <a:xfrm>
            <a:off x="9226924" y="0"/>
            <a:ext cx="2965076" cy="6857999"/>
          </a:xfrm>
          <a:custGeom>
            <a:avLst/>
            <a:gdLst>
              <a:gd name="connsiteX0" fmla="*/ 0 w 2965076"/>
              <a:gd name="connsiteY0" fmla="*/ 0 h 6857999"/>
              <a:gd name="connsiteX1" fmla="*/ 2965076 w 2965076"/>
              <a:gd name="connsiteY1" fmla="*/ 0 h 6857999"/>
              <a:gd name="connsiteX2" fmla="*/ 2965076 w 2965076"/>
              <a:gd name="connsiteY2" fmla="*/ 6857999 h 6857999"/>
              <a:gd name="connsiteX3" fmla="*/ 0 w 2965076"/>
              <a:gd name="connsiteY3" fmla="*/ 6857999 h 6857999"/>
              <a:gd name="connsiteX4" fmla="*/ 0 w 2965076"/>
              <a:gd name="connsiteY4" fmla="*/ 0 h 6857999"/>
              <a:gd name="connsiteX0" fmla="*/ 0 w 2965076"/>
              <a:gd name="connsiteY0" fmla="*/ 6857999 h 6857999"/>
              <a:gd name="connsiteX1" fmla="*/ 2965076 w 2965076"/>
              <a:gd name="connsiteY1" fmla="*/ 0 h 6857999"/>
              <a:gd name="connsiteX2" fmla="*/ 2965076 w 2965076"/>
              <a:gd name="connsiteY2" fmla="*/ 6857999 h 6857999"/>
              <a:gd name="connsiteX3" fmla="*/ 0 w 2965076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5076" h="6857999">
                <a:moveTo>
                  <a:pt x="0" y="6857999"/>
                </a:moveTo>
                <a:lnTo>
                  <a:pt x="2965076" y="0"/>
                </a:lnTo>
                <a:lnTo>
                  <a:pt x="2965076" y="6857999"/>
                </a:lnTo>
                <a:lnTo>
                  <a:pt x="0" y="6857999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44266C-F028-7633-DFD8-646337157512}"/>
              </a:ext>
            </a:extLst>
          </p:cNvPr>
          <p:cNvSpPr/>
          <p:nvPr userDrawn="1"/>
        </p:nvSpPr>
        <p:spPr>
          <a:xfrm>
            <a:off x="12401713" y="0"/>
            <a:ext cx="2063587" cy="669806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2104" rIns="45720" bIns="42104" rtlCol="0" anchor="t">
            <a:spAutoFit/>
          </a:bodyPr>
          <a:lstStyle/>
          <a:p>
            <a:pPr algn="ctr"/>
            <a:r>
              <a:rPr lang="en-US" sz="1600" b="1">
                <a:solidFill>
                  <a:srgbClr val="FF0000"/>
                </a:solidFill>
              </a:rPr>
              <a:t>PLEASE NOTE:</a:t>
            </a:r>
          </a:p>
          <a:p>
            <a:pPr algn="ctr">
              <a:lnSpc>
                <a:spcPct val="100000"/>
              </a:lnSpc>
            </a:pPr>
            <a:r>
              <a:rPr lang="en-US" sz="1100" b="0">
                <a:solidFill>
                  <a:srgbClr val="FF0000"/>
                </a:solidFill>
              </a:rPr>
              <a:t>This design is intended for </a:t>
            </a:r>
            <a:r>
              <a:rPr lang="en-US" sz="1100" b="1">
                <a:solidFill>
                  <a:srgbClr val="FF0000"/>
                </a:solidFill>
              </a:rPr>
              <a:t>Printed Presentations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99315298-3ECF-6A1C-41CA-3DB00B480877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91276" y="6156841"/>
            <a:ext cx="1943079" cy="347835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B494006-82EC-90C4-7D41-C13A57746AB8}"/>
              </a:ext>
            </a:extLst>
          </p:cNvPr>
          <p:cNvSpPr/>
          <p:nvPr userDrawn="1"/>
        </p:nvSpPr>
        <p:spPr>
          <a:xfrm>
            <a:off x="10499633" y="812819"/>
            <a:ext cx="21328" cy="109728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3391D06-27A3-A7D1-CFD8-0C3EE144EB28}"/>
              </a:ext>
            </a:extLst>
          </p:cNvPr>
          <p:cNvSpPr/>
          <p:nvPr userDrawn="1"/>
        </p:nvSpPr>
        <p:spPr>
          <a:xfrm>
            <a:off x="9601136" y="2452973"/>
            <a:ext cx="92202" cy="1526096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F0A969D-F12E-2CB8-A531-FD16647F592E}"/>
              </a:ext>
            </a:extLst>
          </p:cNvPr>
          <p:cNvSpPr/>
          <p:nvPr userDrawn="1"/>
        </p:nvSpPr>
        <p:spPr>
          <a:xfrm>
            <a:off x="10142961" y="3828601"/>
            <a:ext cx="45719" cy="1885665"/>
          </a:xfrm>
          <a:prstGeom prst="rect">
            <a:avLst/>
          </a:prstGeom>
          <a:gradFill>
            <a:gsLst>
              <a:gs pos="0">
                <a:schemeClr val="accent1">
                  <a:alpha val="60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87A53D-FBD9-45B1-3462-071CE10F1C20}"/>
              </a:ext>
            </a:extLst>
          </p:cNvPr>
          <p:cNvSpPr/>
          <p:nvPr userDrawn="1"/>
        </p:nvSpPr>
        <p:spPr>
          <a:xfrm>
            <a:off x="6423314" y="4527836"/>
            <a:ext cx="69273" cy="831273"/>
          </a:xfrm>
          <a:prstGeom prst="rect">
            <a:avLst/>
          </a:prstGeom>
          <a:gradFill>
            <a:gsLst>
              <a:gs pos="0">
                <a:schemeClr val="accent1">
                  <a:alpha val="55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DABD3C6-245D-369D-9640-48C5E5D8EED2}"/>
              </a:ext>
            </a:extLst>
          </p:cNvPr>
          <p:cNvSpPr/>
          <p:nvPr userDrawn="1"/>
        </p:nvSpPr>
        <p:spPr>
          <a:xfrm>
            <a:off x="6610300" y="2751423"/>
            <a:ext cx="57250" cy="245399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86CE4F0-1D24-7CF9-6A61-7DA4B06CFAE4}"/>
              </a:ext>
            </a:extLst>
          </p:cNvPr>
          <p:cNvSpPr/>
          <p:nvPr userDrawn="1"/>
        </p:nvSpPr>
        <p:spPr>
          <a:xfrm>
            <a:off x="7369175" y="3107023"/>
            <a:ext cx="76200" cy="2453990"/>
          </a:xfrm>
          <a:prstGeom prst="rect">
            <a:avLst/>
          </a:prstGeom>
          <a:gradFill>
            <a:gsLst>
              <a:gs pos="0">
                <a:schemeClr val="accent1">
                  <a:alpha val="35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CA3A0EA-4E4D-9544-17B7-834D4EEE0B81}"/>
              </a:ext>
            </a:extLst>
          </p:cNvPr>
          <p:cNvSpPr/>
          <p:nvPr userDrawn="1"/>
        </p:nvSpPr>
        <p:spPr>
          <a:xfrm>
            <a:off x="9260967" y="3626577"/>
            <a:ext cx="20065" cy="393334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8C53081-D8F5-321A-C868-E6965D179E82}"/>
              </a:ext>
            </a:extLst>
          </p:cNvPr>
          <p:cNvSpPr/>
          <p:nvPr userDrawn="1"/>
        </p:nvSpPr>
        <p:spPr>
          <a:xfrm>
            <a:off x="9350476" y="1273176"/>
            <a:ext cx="7735" cy="3271329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D962A77-D277-6189-C03D-890FAC817D4D}"/>
              </a:ext>
            </a:extLst>
          </p:cNvPr>
          <p:cNvSpPr/>
          <p:nvPr userDrawn="1"/>
        </p:nvSpPr>
        <p:spPr>
          <a:xfrm>
            <a:off x="8929623" y="1648109"/>
            <a:ext cx="45719" cy="1885665"/>
          </a:xfrm>
          <a:prstGeom prst="rect">
            <a:avLst/>
          </a:prstGeom>
          <a:gradFill>
            <a:gsLst>
              <a:gs pos="0">
                <a:schemeClr val="accent1">
                  <a:alpha val="2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3B20754-443A-FD7C-7A87-777E28268435}"/>
              </a:ext>
            </a:extLst>
          </p:cNvPr>
          <p:cNvSpPr/>
          <p:nvPr userDrawn="1"/>
        </p:nvSpPr>
        <p:spPr>
          <a:xfrm>
            <a:off x="4814823" y="4391309"/>
            <a:ext cx="45719" cy="146304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AFC4A08-A83D-2488-5502-46B866E6B327}"/>
              </a:ext>
            </a:extLst>
          </p:cNvPr>
          <p:cNvSpPr/>
          <p:nvPr userDrawn="1"/>
        </p:nvSpPr>
        <p:spPr>
          <a:xfrm>
            <a:off x="5149951" y="4066858"/>
            <a:ext cx="7735" cy="237744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F1CA6FE-D8E9-3F05-1014-DF22321CE1AD}"/>
              </a:ext>
            </a:extLst>
          </p:cNvPr>
          <p:cNvSpPr/>
          <p:nvPr userDrawn="1"/>
        </p:nvSpPr>
        <p:spPr>
          <a:xfrm>
            <a:off x="5085207" y="5973537"/>
            <a:ext cx="20065" cy="393334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34A9FF3-4E73-72B1-A704-F87929CF38F0}"/>
              </a:ext>
            </a:extLst>
          </p:cNvPr>
          <p:cNvSpPr/>
          <p:nvPr userDrawn="1"/>
        </p:nvSpPr>
        <p:spPr>
          <a:xfrm>
            <a:off x="5364416" y="5028533"/>
            <a:ext cx="92202" cy="128016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3DBF61C-C56C-1799-52A2-120F25B4FEE7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451822" y="3294070"/>
            <a:ext cx="5200834" cy="1231106"/>
          </a:xfrm>
        </p:spPr>
        <p:txBody>
          <a:bodyPr anchor="b">
            <a:noAutofit/>
          </a:bodyPr>
          <a:lstStyle>
            <a:lvl1pPr marL="0" indent="0">
              <a:buNone/>
              <a:defRPr sz="4000" b="1">
                <a:solidFill>
                  <a:schemeClr val="accent1"/>
                </a:solidFill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Presentation Title in This Location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E87A32A-04E0-FA98-1530-2E4DF5A2650C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3"/>
            </p:custDataLst>
          </p:nvPr>
        </p:nvSpPr>
        <p:spPr>
          <a:xfrm>
            <a:off x="451821" y="4785379"/>
            <a:ext cx="4539726" cy="246221"/>
          </a:xfrm>
        </p:spPr>
        <p:txBody>
          <a:bodyPr anchor="t">
            <a:noAutofit/>
          </a:bodyPr>
          <a:lstStyle>
            <a:lvl1pPr marL="0" indent="0">
              <a:buNone/>
              <a:defRPr sz="1800">
                <a:solidFill>
                  <a:srgbClr val="3DB7E4"/>
                </a:solidFill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Date Goes in This Location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15EC9A-6906-8F70-72F6-BED88CD7607A}"/>
              </a:ext>
            </a:extLst>
          </p:cNvPr>
          <p:cNvSpPr/>
          <p:nvPr userDrawn="1"/>
        </p:nvSpPr>
        <p:spPr>
          <a:xfrm>
            <a:off x="451821" y="2197100"/>
            <a:ext cx="3978275" cy="914400"/>
          </a:xfrm>
          <a:prstGeom prst="rect">
            <a:avLst/>
          </a:prstGeom>
          <a:solidFill>
            <a:srgbClr val="FFFF00">
              <a:alpha val="60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1600" b="1">
                <a:solidFill>
                  <a:srgbClr val="FFC000"/>
                </a:solidFill>
              </a:rPr>
              <a:t>Client Logo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28A420-0331-74DC-A6B4-39FAAB9FFE9C}"/>
              </a:ext>
            </a:extLst>
          </p:cNvPr>
          <p:cNvSpPr/>
          <p:nvPr userDrawn="1"/>
        </p:nvSpPr>
        <p:spPr>
          <a:xfrm>
            <a:off x="12401713" y="1152525"/>
            <a:ext cx="2063587" cy="1177637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2104" rIns="45720" bIns="42104" rtlCol="0" anchor="t">
            <a:spAutoFit/>
          </a:bodyPr>
          <a:lstStyle/>
          <a:p>
            <a:pPr algn="ctr"/>
            <a:r>
              <a:rPr lang="en-US" sz="1600" b="1">
                <a:solidFill>
                  <a:srgbClr val="FF0000"/>
                </a:solidFill>
              </a:rPr>
              <a:t>PLEASE NOTE:</a:t>
            </a:r>
          </a:p>
          <a:p>
            <a:pPr algn="ctr">
              <a:lnSpc>
                <a:spcPct val="100000"/>
              </a:lnSpc>
            </a:pPr>
            <a:r>
              <a:rPr lang="en-US" sz="1100" b="0">
                <a:solidFill>
                  <a:srgbClr val="FF0000"/>
                </a:solidFill>
              </a:rPr>
              <a:t>Client Logo location cannot be modified. William Blair logo should always remain isolated. </a:t>
            </a:r>
            <a:r>
              <a:rPr lang="en-US" sz="1100" b="1">
                <a:solidFill>
                  <a:srgbClr val="FF0000"/>
                </a:solidFill>
              </a:rPr>
              <a:t>DTP will add appropriate vector (hi-res) logo upon request</a:t>
            </a:r>
            <a:endParaRPr lang="en-US" sz="14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22075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B_Print 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C8ED0CFB-115E-CB6E-726B-B4D57803FC7A}"/>
              </a:ext>
            </a:extLst>
          </p:cNvPr>
          <p:cNvSpPr>
            <a:spLocks noGrp="1"/>
          </p:cNvSpPr>
          <p:nvPr>
            <p:ph type="body" idx="1" hasCustomPrompt="1"/>
            <p:custDataLst>
              <p:tags r:id="rId1"/>
            </p:custDataLst>
          </p:nvPr>
        </p:nvSpPr>
        <p:spPr>
          <a:xfrm>
            <a:off x="472440" y="1450974"/>
            <a:ext cx="11247120" cy="4754880"/>
          </a:xfrm>
          <a:prstGeom prst="rect">
            <a:avLst/>
          </a:prstGeom>
        </p:spPr>
        <p:txBody>
          <a:bodyPr tIns="0" bIns="0" anchor="t"/>
          <a:lstStyle>
            <a:lvl1pPr marL="342851" marR="0" indent="-342851" algn="l" defTabSz="91416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+mj-lt"/>
              <a:buNone/>
              <a:tabLst/>
              <a:defRPr sz="1400">
                <a:solidFill>
                  <a:schemeClr val="tx1"/>
                </a:solidFill>
                <a:latin typeface="+mj-lt"/>
              </a:defRPr>
            </a:lvl1pPr>
            <a:lvl2pPr marL="6348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tx1"/>
                </a:solidFill>
                <a:latin typeface="+mj-lt"/>
              </a:defRPr>
            </a:lvl2pPr>
            <a:lvl3pPr marL="339725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  <a:latin typeface="+mj-lt"/>
              </a:defRPr>
            </a:lvl3pPr>
            <a:lvl4pPr marL="339725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tx1"/>
                </a:solidFill>
                <a:latin typeface="+mj-lt"/>
              </a:defRPr>
            </a:lvl4pPr>
            <a:lvl5pPr marL="182854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67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8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95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08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  <a:p>
            <a:pPr lvl="3"/>
            <a:r>
              <a:rPr lang="en-US"/>
              <a:t>Level 4</a:t>
            </a:r>
          </a:p>
          <a:p>
            <a:pPr lvl="0"/>
            <a:endParaRPr lang="en-US"/>
          </a:p>
        </p:txBody>
      </p:sp>
      <p:sp>
        <p:nvSpPr>
          <p:cNvPr id="21" name="Title Placeholder 1">
            <a:extLst>
              <a:ext uri="{FF2B5EF4-FFF2-40B4-BE49-F238E27FC236}">
                <a16:creationId xmlns:a16="http://schemas.microsoft.com/office/drawing/2014/main" id="{9D122C79-5942-7A6A-9B44-649B17135C14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472440" y="301752"/>
            <a:ext cx="11247120" cy="42976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lnSpc>
                <a:spcPct val="100000"/>
              </a:lnSpc>
              <a:defRPr baseline="0"/>
            </a:lvl1pPr>
          </a:lstStyle>
          <a:p>
            <a:r>
              <a:rPr lang="en-US"/>
              <a:t>[Table of Contents]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0C17A4F-AD91-A3C8-1515-A1F841978B87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11410188" y="6515100"/>
            <a:ext cx="457200" cy="1714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 b="1">
                <a:solidFill>
                  <a:schemeClr val="tx1"/>
                </a:solidFill>
              </a:defRPr>
            </a:lvl1pPr>
          </a:lstStyle>
          <a:p>
            <a:fld id="{75A2BB6D-D019-4321-8BA6-59299BECB9D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403A16-C719-B0B0-06C6-DAA7A0DED850}"/>
              </a:ext>
            </a:extLst>
          </p:cNvPr>
          <p:cNvSpPr/>
          <p:nvPr userDrawn="1"/>
        </p:nvSpPr>
        <p:spPr>
          <a:xfrm>
            <a:off x="12401713" y="0"/>
            <a:ext cx="2063587" cy="669806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2104" rIns="45720" bIns="42104" rtlCol="0" anchor="t">
            <a:spAutoFit/>
          </a:bodyPr>
          <a:lstStyle/>
          <a:p>
            <a:pPr algn="ctr"/>
            <a:r>
              <a:rPr lang="en-US" sz="1600" b="1">
                <a:solidFill>
                  <a:srgbClr val="FF0000"/>
                </a:solidFill>
              </a:rPr>
              <a:t>PLEASE NOTE:</a:t>
            </a:r>
          </a:p>
          <a:p>
            <a:pPr algn="ctr">
              <a:lnSpc>
                <a:spcPct val="100000"/>
              </a:lnSpc>
            </a:pPr>
            <a:r>
              <a:rPr lang="en-US" sz="1100" b="0">
                <a:solidFill>
                  <a:srgbClr val="FF0000"/>
                </a:solidFill>
              </a:rPr>
              <a:t>This design is intended for </a:t>
            </a:r>
            <a:r>
              <a:rPr lang="en-US" sz="1100" b="1">
                <a:solidFill>
                  <a:srgbClr val="FF0000"/>
                </a:solidFill>
              </a:rPr>
              <a:t>Printed Presentations</a:t>
            </a:r>
          </a:p>
        </p:txBody>
      </p:sp>
    </p:spTree>
    <p:extLst>
      <p:ext uri="{BB962C8B-B14F-4D97-AF65-F5344CB8AC3E}">
        <p14:creationId xmlns:p14="http://schemas.microsoft.com/office/powerpoint/2010/main" val="7808605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B_Print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4422AE-F54B-CC33-9177-8E53EE61C090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1"/>
            </p:custDataLst>
          </p:nvPr>
        </p:nvSpPr>
        <p:spPr>
          <a:xfrm>
            <a:off x="451822" y="3007129"/>
            <a:ext cx="5200834" cy="615553"/>
          </a:xfrm>
        </p:spPr>
        <p:txBody>
          <a:bodyPr anchor="t">
            <a:noAutofit/>
          </a:bodyPr>
          <a:lstStyle>
            <a:lvl1pPr marL="0" indent="0">
              <a:buNone/>
              <a:defRPr sz="4000" b="1">
                <a:solidFill>
                  <a:schemeClr val="accent1"/>
                </a:solidFill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Divider Title Goes in This Location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7C6DF34-8847-088A-4194-757E298BA147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1822" y="6156841"/>
            <a:ext cx="1943079" cy="34783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6724AB7-7811-FA2D-E518-EF528C10102E}"/>
              </a:ext>
            </a:extLst>
          </p:cNvPr>
          <p:cNvSpPr/>
          <p:nvPr userDrawn="1"/>
        </p:nvSpPr>
        <p:spPr>
          <a:xfrm>
            <a:off x="12401713" y="0"/>
            <a:ext cx="2063587" cy="669806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2104" rIns="45720" bIns="42104" rtlCol="0" anchor="t">
            <a:spAutoFit/>
          </a:bodyPr>
          <a:lstStyle/>
          <a:p>
            <a:pPr algn="ctr"/>
            <a:r>
              <a:rPr lang="en-US" sz="1600" b="1">
                <a:solidFill>
                  <a:srgbClr val="FF0000"/>
                </a:solidFill>
              </a:rPr>
              <a:t>PLEASE NOTE:</a:t>
            </a:r>
          </a:p>
          <a:p>
            <a:pPr algn="ctr">
              <a:lnSpc>
                <a:spcPct val="100000"/>
              </a:lnSpc>
            </a:pPr>
            <a:r>
              <a:rPr lang="en-US" sz="1100" b="0">
                <a:solidFill>
                  <a:srgbClr val="FF0000"/>
                </a:solidFill>
              </a:rPr>
              <a:t>This design is intended for </a:t>
            </a:r>
            <a:r>
              <a:rPr lang="en-US" sz="1100" b="1">
                <a:solidFill>
                  <a:srgbClr val="FF0000"/>
                </a:solidFill>
              </a:rPr>
              <a:t>Printed Presentations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37FEC5-4A63-DA1D-7184-8BED6F5D93F0}"/>
              </a:ext>
            </a:extLst>
          </p:cNvPr>
          <p:cNvSpPr/>
          <p:nvPr userDrawn="1"/>
        </p:nvSpPr>
        <p:spPr>
          <a:xfrm>
            <a:off x="8013700" y="4655932"/>
            <a:ext cx="73381" cy="1158649"/>
          </a:xfrm>
          <a:prstGeom prst="rect">
            <a:avLst/>
          </a:prstGeom>
          <a:gradFill>
            <a:gsLst>
              <a:gs pos="0">
                <a:srgbClr val="3DB7E4"/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048B81-DC6D-AA4A-CFBD-58C6877E1FE0}"/>
              </a:ext>
            </a:extLst>
          </p:cNvPr>
          <p:cNvSpPr/>
          <p:nvPr userDrawn="1"/>
        </p:nvSpPr>
        <p:spPr>
          <a:xfrm>
            <a:off x="8211775" y="2179922"/>
            <a:ext cx="60645" cy="3420434"/>
          </a:xfrm>
          <a:prstGeom prst="rect">
            <a:avLst/>
          </a:prstGeom>
          <a:gradFill>
            <a:gsLst>
              <a:gs pos="0">
                <a:srgbClr val="3DB7E4"/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D29D17-B412-0208-9A93-2F05214F0EF7}"/>
              </a:ext>
            </a:extLst>
          </p:cNvPr>
          <p:cNvSpPr/>
          <p:nvPr userDrawn="1"/>
        </p:nvSpPr>
        <p:spPr>
          <a:xfrm>
            <a:off x="9015656" y="2675566"/>
            <a:ext cx="80719" cy="3420434"/>
          </a:xfrm>
          <a:prstGeom prst="rect">
            <a:avLst/>
          </a:prstGeom>
          <a:gradFill>
            <a:gsLst>
              <a:gs pos="0">
                <a:srgbClr val="3DB7E4"/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06D336-EE00-E195-EAB7-F8815792DABE}"/>
              </a:ext>
            </a:extLst>
          </p:cNvPr>
          <p:cNvSpPr/>
          <p:nvPr userDrawn="1"/>
        </p:nvSpPr>
        <p:spPr>
          <a:xfrm>
            <a:off x="6634575" y="4674361"/>
            <a:ext cx="77227" cy="1278239"/>
          </a:xfrm>
          <a:prstGeom prst="rect">
            <a:avLst/>
          </a:prstGeom>
          <a:gradFill>
            <a:gsLst>
              <a:gs pos="0">
                <a:srgbClr val="3DB7E4"/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C55FBB-56F8-633B-2A93-892A756D1BE7}"/>
              </a:ext>
            </a:extLst>
          </p:cNvPr>
          <p:cNvSpPr/>
          <p:nvPr userDrawn="1"/>
        </p:nvSpPr>
        <p:spPr>
          <a:xfrm>
            <a:off x="6349654" y="5657357"/>
            <a:ext cx="16806" cy="329452"/>
          </a:xfrm>
          <a:prstGeom prst="rect">
            <a:avLst/>
          </a:prstGeom>
          <a:gradFill>
            <a:gsLst>
              <a:gs pos="0">
                <a:srgbClr val="3DB7E4"/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ADCBD8-03C0-3F3C-1797-17A6A2FDE59F}"/>
              </a:ext>
            </a:extLst>
          </p:cNvPr>
          <p:cNvSpPr/>
          <p:nvPr userDrawn="1"/>
        </p:nvSpPr>
        <p:spPr>
          <a:xfrm>
            <a:off x="6424625" y="3686178"/>
            <a:ext cx="6479" cy="2740024"/>
          </a:xfrm>
          <a:prstGeom prst="rect">
            <a:avLst/>
          </a:prstGeom>
          <a:gradFill>
            <a:gsLst>
              <a:gs pos="0">
                <a:srgbClr val="3DB7E4"/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78D608-F0FB-BD28-9C1D-A7948AD7DF6F}"/>
              </a:ext>
            </a:extLst>
          </p:cNvPr>
          <p:cNvSpPr/>
          <p:nvPr userDrawn="1"/>
        </p:nvSpPr>
        <p:spPr>
          <a:xfrm>
            <a:off x="6072124" y="4000217"/>
            <a:ext cx="38294" cy="1579409"/>
          </a:xfrm>
          <a:prstGeom prst="rect">
            <a:avLst/>
          </a:prstGeom>
          <a:gradFill>
            <a:gsLst>
              <a:gs pos="0">
                <a:srgbClr val="3DB7E4">
                  <a:alpha val="25000"/>
                </a:srgb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8589AE-F233-3DA1-9E77-07120E372287}"/>
              </a:ext>
            </a:extLst>
          </p:cNvPr>
          <p:cNvSpPr/>
          <p:nvPr userDrawn="1"/>
        </p:nvSpPr>
        <p:spPr>
          <a:xfrm>
            <a:off x="11549098" y="3415755"/>
            <a:ext cx="38294" cy="1005840"/>
          </a:xfrm>
          <a:prstGeom prst="rect">
            <a:avLst/>
          </a:prstGeom>
          <a:gradFill>
            <a:gsLst>
              <a:gs pos="0">
                <a:srgbClr val="3DB7E4">
                  <a:alpha val="60000"/>
                </a:srgb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7CF894A-A8C2-A788-989A-D9A1B9BEFB38}"/>
              </a:ext>
            </a:extLst>
          </p:cNvPr>
          <p:cNvSpPr/>
          <p:nvPr userDrawn="1"/>
        </p:nvSpPr>
        <p:spPr>
          <a:xfrm>
            <a:off x="11895721" y="446312"/>
            <a:ext cx="23777" cy="1188720"/>
          </a:xfrm>
          <a:prstGeom prst="rect">
            <a:avLst/>
          </a:prstGeom>
          <a:gradFill>
            <a:gsLst>
              <a:gs pos="0">
                <a:srgbClr val="3DB7E4"/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586462C-0F5D-A2C9-82D3-4AC772097161}"/>
              </a:ext>
            </a:extLst>
          </p:cNvPr>
          <p:cNvSpPr/>
          <p:nvPr userDrawn="1"/>
        </p:nvSpPr>
        <p:spPr>
          <a:xfrm>
            <a:off x="11004813" y="2032401"/>
            <a:ext cx="90535" cy="1632924"/>
          </a:xfrm>
          <a:prstGeom prst="rect">
            <a:avLst/>
          </a:prstGeom>
          <a:gradFill>
            <a:gsLst>
              <a:gs pos="0">
                <a:srgbClr val="3DB7E4"/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CBB8047-3D20-4D3F-9064-F69637FDDE06}"/>
              </a:ext>
            </a:extLst>
          </p:cNvPr>
          <p:cNvSpPr/>
          <p:nvPr userDrawn="1"/>
        </p:nvSpPr>
        <p:spPr>
          <a:xfrm>
            <a:off x="10670794" y="3288157"/>
            <a:ext cx="19702" cy="420868"/>
          </a:xfrm>
          <a:prstGeom prst="rect">
            <a:avLst/>
          </a:prstGeom>
          <a:gradFill>
            <a:gsLst>
              <a:gs pos="0">
                <a:srgbClr val="3DB7E4"/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532C1C8-0A26-E951-B330-C67C87694776}"/>
              </a:ext>
            </a:extLst>
          </p:cNvPr>
          <p:cNvSpPr/>
          <p:nvPr userDrawn="1"/>
        </p:nvSpPr>
        <p:spPr>
          <a:xfrm>
            <a:off x="10758685" y="770017"/>
            <a:ext cx="7595" cy="3500324"/>
          </a:xfrm>
          <a:prstGeom prst="rect">
            <a:avLst/>
          </a:prstGeom>
          <a:gradFill>
            <a:gsLst>
              <a:gs pos="0">
                <a:srgbClr val="3DB7E4"/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60015B1-AE98-25CA-1724-7153F20948CF}"/>
              </a:ext>
            </a:extLst>
          </p:cNvPr>
          <p:cNvSpPr/>
          <p:nvPr userDrawn="1"/>
        </p:nvSpPr>
        <p:spPr>
          <a:xfrm>
            <a:off x="10345440" y="1171196"/>
            <a:ext cx="44892" cy="2017663"/>
          </a:xfrm>
          <a:prstGeom prst="rect">
            <a:avLst/>
          </a:prstGeom>
          <a:gradFill>
            <a:gsLst>
              <a:gs pos="0">
                <a:srgbClr val="3DB7E4">
                  <a:alpha val="25000"/>
                </a:srgb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21504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B_Print Divider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91B089D1-CB34-EC68-5DA5-5D57B38EF330}"/>
              </a:ext>
            </a:extLst>
          </p:cNvPr>
          <p:cNvSpPr>
            <a:spLocks/>
          </p:cNvSpPr>
          <p:nvPr userDrawn="1"/>
        </p:nvSpPr>
        <p:spPr bwMode="auto">
          <a:xfrm>
            <a:off x="4558587" y="0"/>
            <a:ext cx="7635875" cy="6858000"/>
          </a:xfrm>
          <a:custGeom>
            <a:avLst/>
            <a:gdLst>
              <a:gd name="T0" fmla="*/ 4810 w 4810"/>
              <a:gd name="T1" fmla="*/ 4320 h 4320"/>
              <a:gd name="T2" fmla="*/ 0 w 4810"/>
              <a:gd name="T3" fmla="*/ 4320 h 4320"/>
              <a:gd name="T4" fmla="*/ 1888 w 4810"/>
              <a:gd name="T5" fmla="*/ 0 h 4320"/>
              <a:gd name="T6" fmla="*/ 4810 w 4810"/>
              <a:gd name="T7" fmla="*/ 0 h 4320"/>
              <a:gd name="T8" fmla="*/ 4810 w 4810"/>
              <a:gd name="T9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10" h="4320">
                <a:moveTo>
                  <a:pt x="4810" y="4320"/>
                </a:moveTo>
                <a:lnTo>
                  <a:pt x="0" y="4320"/>
                </a:lnTo>
                <a:lnTo>
                  <a:pt x="1888" y="0"/>
                </a:lnTo>
                <a:lnTo>
                  <a:pt x="4810" y="0"/>
                </a:lnTo>
                <a:lnTo>
                  <a:pt x="4810" y="432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accent1"/>
              </a:gs>
            </a:gsLst>
            <a:lin ang="5400000" scaled="1"/>
          </a:gradFill>
          <a:ln w="635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4422AE-F54B-CC33-9177-8E53EE61C090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1"/>
            </p:custDataLst>
          </p:nvPr>
        </p:nvSpPr>
        <p:spPr>
          <a:xfrm>
            <a:off x="451822" y="3007129"/>
            <a:ext cx="5200834" cy="615553"/>
          </a:xfrm>
        </p:spPr>
        <p:txBody>
          <a:bodyPr anchor="t">
            <a:noAutofit/>
          </a:bodyPr>
          <a:lstStyle>
            <a:lvl1pPr marL="0" indent="0">
              <a:buNone/>
              <a:defRPr sz="4000" b="1">
                <a:solidFill>
                  <a:schemeClr val="accent1"/>
                </a:solidFill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Divider Title Goes in This Location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7C6DF34-8847-088A-4194-757E298BA147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1822" y="6156841"/>
            <a:ext cx="1943079" cy="34783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6724AB7-7811-FA2D-E518-EF528C10102E}"/>
              </a:ext>
            </a:extLst>
          </p:cNvPr>
          <p:cNvSpPr/>
          <p:nvPr userDrawn="1"/>
        </p:nvSpPr>
        <p:spPr>
          <a:xfrm>
            <a:off x="12401713" y="0"/>
            <a:ext cx="2063587" cy="669806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2104" rIns="45720" bIns="42104" rtlCol="0" anchor="t">
            <a:spAutoFit/>
          </a:bodyPr>
          <a:lstStyle/>
          <a:p>
            <a:pPr algn="ctr"/>
            <a:r>
              <a:rPr lang="en-US" sz="1600" b="1">
                <a:solidFill>
                  <a:srgbClr val="FF0000"/>
                </a:solidFill>
              </a:rPr>
              <a:t>PLEASE NOTE:</a:t>
            </a:r>
          </a:p>
          <a:p>
            <a:pPr algn="ctr">
              <a:lnSpc>
                <a:spcPct val="100000"/>
              </a:lnSpc>
            </a:pPr>
            <a:r>
              <a:rPr lang="en-US" sz="1100" b="0">
                <a:solidFill>
                  <a:srgbClr val="FF0000"/>
                </a:solidFill>
              </a:rPr>
              <a:t>This design is intended for </a:t>
            </a:r>
            <a:r>
              <a:rPr lang="en-US" sz="1100" b="1">
                <a:solidFill>
                  <a:srgbClr val="FF0000"/>
                </a:solidFill>
              </a:rPr>
              <a:t>Printed Presentations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2FB825-2C7F-F37B-A8CF-68AFF6CCA88B}"/>
              </a:ext>
            </a:extLst>
          </p:cNvPr>
          <p:cNvSpPr/>
          <p:nvPr userDrawn="1"/>
        </p:nvSpPr>
        <p:spPr>
          <a:xfrm>
            <a:off x="6199414" y="5483246"/>
            <a:ext cx="73381" cy="64008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FE505F-A9E0-2DDE-9917-ECE91CBCF0F6}"/>
              </a:ext>
            </a:extLst>
          </p:cNvPr>
          <p:cNvSpPr/>
          <p:nvPr userDrawn="1"/>
        </p:nvSpPr>
        <p:spPr>
          <a:xfrm>
            <a:off x="6382975" y="3253979"/>
            <a:ext cx="60645" cy="3420434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93C54F-522D-140B-323C-4FD41F4B2C61}"/>
              </a:ext>
            </a:extLst>
          </p:cNvPr>
          <p:cNvSpPr/>
          <p:nvPr userDrawn="1"/>
        </p:nvSpPr>
        <p:spPr>
          <a:xfrm>
            <a:off x="8882965" y="2895599"/>
            <a:ext cx="113069" cy="173736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1671C1-9BE0-7836-EEB1-2DCBF43B1082}"/>
              </a:ext>
            </a:extLst>
          </p:cNvPr>
          <p:cNvSpPr/>
          <p:nvPr userDrawn="1"/>
        </p:nvSpPr>
        <p:spPr>
          <a:xfrm>
            <a:off x="8526797" y="4205929"/>
            <a:ext cx="16806" cy="54864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C008A3-E536-5D7F-2ADC-3D9CCFD6657B}"/>
              </a:ext>
            </a:extLst>
          </p:cNvPr>
          <p:cNvSpPr/>
          <p:nvPr userDrawn="1"/>
        </p:nvSpPr>
        <p:spPr>
          <a:xfrm>
            <a:off x="8616282" y="1596120"/>
            <a:ext cx="6479" cy="374904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6AD367-D3E9-4452-9AA7-8B5145F8B6BA}"/>
              </a:ext>
            </a:extLst>
          </p:cNvPr>
          <p:cNvSpPr/>
          <p:nvPr userDrawn="1"/>
        </p:nvSpPr>
        <p:spPr>
          <a:xfrm>
            <a:off x="9434286" y="4419600"/>
            <a:ext cx="38294" cy="109728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9A7623-BBC5-E6AE-F74C-7C0CF05B3F4F}"/>
              </a:ext>
            </a:extLst>
          </p:cNvPr>
          <p:cNvSpPr/>
          <p:nvPr userDrawn="1"/>
        </p:nvSpPr>
        <p:spPr>
          <a:xfrm>
            <a:off x="9778355" y="1049926"/>
            <a:ext cx="38294" cy="128016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161724-BC28-9BC3-8387-0A06466D54CE}"/>
              </a:ext>
            </a:extLst>
          </p:cNvPr>
          <p:cNvSpPr/>
          <p:nvPr userDrawn="1"/>
        </p:nvSpPr>
        <p:spPr>
          <a:xfrm>
            <a:off x="11430000" y="5029200"/>
            <a:ext cx="90535" cy="118872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17CD5B-0476-B01C-10CB-43D411742990}"/>
              </a:ext>
            </a:extLst>
          </p:cNvPr>
          <p:cNvSpPr/>
          <p:nvPr userDrawn="1"/>
        </p:nvSpPr>
        <p:spPr>
          <a:xfrm>
            <a:off x="10668000" y="3810000"/>
            <a:ext cx="19702" cy="100584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DB00A7-FAF8-BE5B-CEA6-21352D0048EE}"/>
              </a:ext>
            </a:extLst>
          </p:cNvPr>
          <p:cNvSpPr/>
          <p:nvPr userDrawn="1"/>
        </p:nvSpPr>
        <p:spPr>
          <a:xfrm>
            <a:off x="11745657" y="4151845"/>
            <a:ext cx="7595" cy="2286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3473273-E498-8FE6-3CA2-44F58F2AE25A}"/>
              </a:ext>
            </a:extLst>
          </p:cNvPr>
          <p:cNvSpPr/>
          <p:nvPr userDrawn="1"/>
        </p:nvSpPr>
        <p:spPr>
          <a:xfrm>
            <a:off x="10969555" y="6126480"/>
            <a:ext cx="44892" cy="73152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AC41A76-2969-6FBA-332B-3794D157EDE9}"/>
              </a:ext>
            </a:extLst>
          </p:cNvPr>
          <p:cNvSpPr/>
          <p:nvPr userDrawn="1"/>
        </p:nvSpPr>
        <p:spPr>
          <a:xfrm>
            <a:off x="7157090" y="3701903"/>
            <a:ext cx="77227" cy="237744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81FB940-6C25-0D22-DC0A-6A2F7B7F8A6F}"/>
              </a:ext>
            </a:extLst>
          </p:cNvPr>
          <p:cNvSpPr/>
          <p:nvPr userDrawn="1"/>
        </p:nvSpPr>
        <p:spPr>
          <a:xfrm>
            <a:off x="8191209" y="2055302"/>
            <a:ext cx="38294" cy="237744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58464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RE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141525-5707-255A-413D-DE459F1BDA0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03ABFF-FD1B-7BB8-B301-8628DD581F0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7" rIns="91416" bIns="45707" rtlCol="0" anchor="ctr"/>
          <a:lstStyle/>
          <a:p>
            <a:pPr algn="ctr"/>
            <a:r>
              <a:rPr lang="en-US" sz="6100">
                <a:latin typeface="+mj-lt"/>
              </a:rPr>
              <a:t>Content Page Layouts</a:t>
            </a:r>
          </a:p>
        </p:txBody>
      </p:sp>
    </p:spTree>
    <p:extLst>
      <p:ext uri="{BB962C8B-B14F-4D97-AF65-F5344CB8AC3E}">
        <p14:creationId xmlns:p14="http://schemas.microsoft.com/office/powerpoint/2010/main" val="8263736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B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88E3-31DE-16CB-DFE3-6686C789F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86E1A0-265A-9212-993E-A1DB931E47E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72440" y="6404786"/>
            <a:ext cx="8503920" cy="37701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C7CB9-3660-1E09-39C9-84191720F2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A2BB6D-D019-4321-8BA6-59299BECB9D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F8CE8BA-AD1D-D709-066C-3EFFEDE0738C}"/>
              </a:ext>
            </a:extLst>
          </p:cNvPr>
          <p:cNvSpPr>
            <a:spLocks noGrp="1"/>
          </p:cNvSpPr>
          <p:nvPr>
            <p:ph type="body" sz="quarter" idx="12"/>
            <p:custDataLst>
              <p:tags r:id="rId1"/>
            </p:custDataLst>
          </p:nvPr>
        </p:nvSpPr>
        <p:spPr>
          <a:xfrm>
            <a:off x="472440" y="781051"/>
            <a:ext cx="11247120" cy="476249"/>
          </a:xfrm>
          <a:prstGeom prst="rect">
            <a:avLst/>
          </a:prstGeom>
        </p:spPr>
        <p:txBody>
          <a:bodyPr wrap="square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600" b="0" i="0" kern="1200" baseline="0" dirty="0" smtClean="0">
                <a:solidFill>
                  <a:schemeClr val="accent2"/>
                </a:solidFill>
                <a:latin typeface="+mj-lt"/>
                <a:ea typeface="ＭＳ Ｐゴシック" pitchFamily="29" charset="-128"/>
                <a:cs typeface="Times New Roman"/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marL="0" lvl="0" indent="0" algn="l" defTabSz="914164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Tx/>
              <a:buNone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686797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B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C8951-1D16-D322-ABCB-305862B22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B67D6A-E588-F57F-DD19-401C10C2F8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5308C-E04C-EF0C-53D0-84C962D99E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A2BB6D-D019-4321-8BA6-59299BECB9D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431BB740-A4A3-0274-CD36-83F48EF0EF6F}"/>
              </a:ext>
            </a:extLst>
          </p:cNvPr>
          <p:cNvSpPr>
            <a:spLocks noGrp="1"/>
          </p:cNvSpPr>
          <p:nvPr>
            <p:ph type="body" sz="quarter" idx="12"/>
            <p:custDataLst>
              <p:tags r:id="rId1"/>
            </p:custDataLst>
          </p:nvPr>
        </p:nvSpPr>
        <p:spPr>
          <a:xfrm>
            <a:off x="472440" y="781051"/>
            <a:ext cx="11247120" cy="476249"/>
          </a:xfrm>
          <a:prstGeom prst="rect">
            <a:avLst/>
          </a:prstGeom>
        </p:spPr>
        <p:txBody>
          <a:bodyPr wrap="square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600" b="0" i="0" kern="1200" baseline="0" dirty="0" smtClean="0">
                <a:solidFill>
                  <a:schemeClr val="accent2"/>
                </a:solidFill>
                <a:latin typeface="+mj-lt"/>
                <a:ea typeface="ＭＳ Ｐゴシック" pitchFamily="29" charset="-128"/>
                <a:cs typeface="Times New Roman"/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marL="0" lvl="0" indent="0" algn="l" defTabSz="914164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D1A73B99-DD8E-68E6-BE14-44AED868531E}"/>
              </a:ext>
            </a:extLst>
          </p:cNvPr>
          <p:cNvSpPr>
            <a:spLocks noGrp="1"/>
          </p:cNvSpPr>
          <p:nvPr>
            <p:ph sz="quarter" idx="15"/>
            <p:custDataLst>
              <p:tags r:id="rId2"/>
            </p:custDataLst>
          </p:nvPr>
        </p:nvSpPr>
        <p:spPr>
          <a:xfrm>
            <a:off x="472440" y="1435100"/>
            <a:ext cx="11247120" cy="47548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95200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B_3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D694-EEFF-0974-912C-22358B10A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5302AE-5A7F-0710-9E3A-9FD47AF34C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D88DD-11C6-7ADC-FDA8-D84B02AEE6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A2BB6D-D019-4321-8BA6-59299BECB9D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5E014C32-3A65-FF08-8EAC-12223E9DB217}"/>
              </a:ext>
            </a:extLst>
          </p:cNvPr>
          <p:cNvSpPr>
            <a:spLocks noGrp="1"/>
          </p:cNvSpPr>
          <p:nvPr>
            <p:ph type="body" sz="quarter" idx="12"/>
            <p:custDataLst>
              <p:tags r:id="rId1"/>
            </p:custDataLst>
          </p:nvPr>
        </p:nvSpPr>
        <p:spPr>
          <a:xfrm>
            <a:off x="472440" y="781051"/>
            <a:ext cx="11247120" cy="476249"/>
          </a:xfrm>
          <a:prstGeom prst="rect">
            <a:avLst/>
          </a:prstGeom>
        </p:spPr>
        <p:txBody>
          <a:bodyPr wrap="square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600" b="0" i="0" kern="1200" baseline="0" dirty="0" smtClean="0">
                <a:solidFill>
                  <a:schemeClr val="accent2"/>
                </a:solidFill>
                <a:latin typeface="+mj-lt"/>
                <a:ea typeface="ＭＳ Ｐゴシック" pitchFamily="29" charset="-128"/>
                <a:cs typeface="Times New Roman"/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marL="0" lvl="0" indent="0" algn="l" defTabSz="914164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935CEDE-E7E2-5CB6-BF9A-3205C9BEF06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53400" y="1983740"/>
            <a:ext cx="3566160" cy="4206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2CA66DF0-E5F6-E51E-090D-6ED8ECD8D64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12920" y="1983740"/>
            <a:ext cx="3566160" cy="4206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139B93C8-7D53-9C5A-4A01-DBCAE617055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2440" y="1983740"/>
            <a:ext cx="3566160" cy="4206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4">
            <a:extLst>
              <a:ext uri="{FF2B5EF4-FFF2-40B4-BE49-F238E27FC236}">
                <a16:creationId xmlns:a16="http://schemas.microsoft.com/office/drawing/2014/main" id="{8E7122DF-BB1F-1C7E-11BE-367D8B9DA29D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472440" y="1865376"/>
            <a:ext cx="3566160" cy="91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bIns="54864" anchor="b" anchorCtr="0">
            <a:noAutofit/>
          </a:bodyPr>
          <a:lstStyle>
            <a:lvl1pPr marL="0" indent="0" algn="ct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sp>
        <p:nvSpPr>
          <p:cNvPr id="12" name="Content Placeholder 14">
            <a:extLst>
              <a:ext uri="{FF2B5EF4-FFF2-40B4-BE49-F238E27FC236}">
                <a16:creationId xmlns:a16="http://schemas.microsoft.com/office/drawing/2014/main" id="{CBF5EBF8-D6DC-B400-D6F8-F14EB2CD7841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4312920" y="1865376"/>
            <a:ext cx="3566160" cy="91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bIns="54864" anchor="b" anchorCtr="0">
            <a:noAutofit/>
          </a:bodyPr>
          <a:lstStyle>
            <a:lvl1pPr marL="0" indent="0" algn="ct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sp>
        <p:nvSpPr>
          <p:cNvPr id="13" name="Content Placeholder 14">
            <a:extLst>
              <a:ext uri="{FF2B5EF4-FFF2-40B4-BE49-F238E27FC236}">
                <a16:creationId xmlns:a16="http://schemas.microsoft.com/office/drawing/2014/main" id="{384A4D4D-EAEE-E4DA-27B4-6186F78A8F5E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8153400" y="1865376"/>
            <a:ext cx="3566160" cy="91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bIns="54864" anchor="b" anchorCtr="0">
            <a:noAutofit/>
          </a:bodyPr>
          <a:lstStyle>
            <a:lvl1pPr marL="0" indent="0" algn="ct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</p:spTree>
    <p:extLst>
      <p:ext uri="{BB962C8B-B14F-4D97-AF65-F5344CB8AC3E}">
        <p14:creationId xmlns:p14="http://schemas.microsoft.com/office/powerpoint/2010/main" val="40477083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B_2/3rd | 1/3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D694-EEFF-0974-912C-22358B10A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5302AE-5A7F-0710-9E3A-9FD47AF34C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D88DD-11C6-7ADC-FDA8-D84B02AEE6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A2BB6D-D019-4321-8BA6-59299BECB9D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5E014C32-3A65-FF08-8EAC-12223E9DB217}"/>
              </a:ext>
            </a:extLst>
          </p:cNvPr>
          <p:cNvSpPr>
            <a:spLocks noGrp="1"/>
          </p:cNvSpPr>
          <p:nvPr>
            <p:ph type="body" sz="quarter" idx="12"/>
            <p:custDataLst>
              <p:tags r:id="rId1"/>
            </p:custDataLst>
          </p:nvPr>
        </p:nvSpPr>
        <p:spPr>
          <a:xfrm>
            <a:off x="472440" y="781051"/>
            <a:ext cx="11247120" cy="476249"/>
          </a:xfrm>
          <a:prstGeom prst="rect">
            <a:avLst/>
          </a:prstGeom>
        </p:spPr>
        <p:txBody>
          <a:bodyPr wrap="square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600" b="0" i="0" kern="1200" baseline="0" dirty="0" smtClean="0">
                <a:solidFill>
                  <a:schemeClr val="accent2"/>
                </a:solidFill>
                <a:latin typeface="+mj-lt"/>
                <a:ea typeface="ＭＳ Ｐゴシック" pitchFamily="29" charset="-128"/>
                <a:cs typeface="Times New Roman"/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marL="0" lvl="0" indent="0" algn="l" defTabSz="914164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935CEDE-E7E2-5CB6-BF9A-3205C9BEF06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53400" y="1983740"/>
            <a:ext cx="3566160" cy="4206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139B93C8-7D53-9C5A-4A01-DBCAE617055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2440" y="1983740"/>
            <a:ext cx="7406640" cy="4206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4">
            <a:extLst>
              <a:ext uri="{FF2B5EF4-FFF2-40B4-BE49-F238E27FC236}">
                <a16:creationId xmlns:a16="http://schemas.microsoft.com/office/drawing/2014/main" id="{8E7122DF-BB1F-1C7E-11BE-367D8B9DA29D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472440" y="1865376"/>
            <a:ext cx="7406640" cy="91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bIns="54864" anchor="b" anchorCtr="0">
            <a:noAutofit/>
          </a:bodyPr>
          <a:lstStyle>
            <a:lvl1pPr marL="0" indent="0" algn="ct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sp>
        <p:nvSpPr>
          <p:cNvPr id="13" name="Content Placeholder 14">
            <a:extLst>
              <a:ext uri="{FF2B5EF4-FFF2-40B4-BE49-F238E27FC236}">
                <a16:creationId xmlns:a16="http://schemas.microsoft.com/office/drawing/2014/main" id="{384A4D4D-EAEE-E4DA-27B4-6186F78A8F5E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8153400" y="1865376"/>
            <a:ext cx="3566160" cy="91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bIns="54864" anchor="b" anchorCtr="0">
            <a:noAutofit/>
          </a:bodyPr>
          <a:lstStyle>
            <a:lvl1pPr marL="0" indent="0" algn="ct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</p:spTree>
    <p:extLst>
      <p:ext uri="{BB962C8B-B14F-4D97-AF65-F5344CB8AC3E}">
        <p14:creationId xmlns:p14="http://schemas.microsoft.com/office/powerpoint/2010/main" val="39505742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B_2-Up 2/3rd | 1/3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D694-EEFF-0974-912C-22358B10A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5302AE-5A7F-0710-9E3A-9FD47AF34C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D88DD-11C6-7ADC-FDA8-D84B02AEE6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A2BB6D-D019-4321-8BA6-59299BECB9D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5E014C32-3A65-FF08-8EAC-12223E9DB217}"/>
              </a:ext>
            </a:extLst>
          </p:cNvPr>
          <p:cNvSpPr>
            <a:spLocks noGrp="1"/>
          </p:cNvSpPr>
          <p:nvPr>
            <p:ph type="body" sz="quarter" idx="12"/>
            <p:custDataLst>
              <p:tags r:id="rId1"/>
            </p:custDataLst>
          </p:nvPr>
        </p:nvSpPr>
        <p:spPr>
          <a:xfrm>
            <a:off x="472440" y="781051"/>
            <a:ext cx="11247120" cy="476249"/>
          </a:xfrm>
          <a:prstGeom prst="rect">
            <a:avLst/>
          </a:prstGeom>
        </p:spPr>
        <p:txBody>
          <a:bodyPr wrap="square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600" b="0" i="0" kern="1200" baseline="0" dirty="0" smtClean="0">
                <a:solidFill>
                  <a:schemeClr val="accent2"/>
                </a:solidFill>
                <a:latin typeface="+mj-lt"/>
                <a:ea typeface="ＭＳ Ｐゴシック" pitchFamily="29" charset="-128"/>
                <a:cs typeface="Times New Roman"/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marL="0" lvl="0" indent="0" algn="l" defTabSz="914164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935CEDE-E7E2-5CB6-BF9A-3205C9BEF06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53400" y="1983740"/>
            <a:ext cx="3566160" cy="1737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139B93C8-7D53-9C5A-4A01-DBCAE617055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2440" y="1983740"/>
            <a:ext cx="7406640" cy="1737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4">
            <a:extLst>
              <a:ext uri="{FF2B5EF4-FFF2-40B4-BE49-F238E27FC236}">
                <a16:creationId xmlns:a16="http://schemas.microsoft.com/office/drawing/2014/main" id="{8E7122DF-BB1F-1C7E-11BE-367D8B9DA29D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472440" y="1865376"/>
            <a:ext cx="7406640" cy="91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bIns="54864" anchor="b" anchorCtr="0">
            <a:noAutofit/>
          </a:bodyPr>
          <a:lstStyle>
            <a:lvl1pPr marL="0" indent="0" algn="ct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sp>
        <p:nvSpPr>
          <p:cNvPr id="13" name="Content Placeholder 14">
            <a:extLst>
              <a:ext uri="{FF2B5EF4-FFF2-40B4-BE49-F238E27FC236}">
                <a16:creationId xmlns:a16="http://schemas.microsoft.com/office/drawing/2014/main" id="{384A4D4D-EAEE-E4DA-27B4-6186F78A8F5E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8153400" y="1865376"/>
            <a:ext cx="3566160" cy="91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bIns="54864" anchor="b" anchorCtr="0">
            <a:noAutofit/>
          </a:bodyPr>
          <a:lstStyle>
            <a:lvl1pPr marL="0" indent="0" algn="ct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45A8CAA-89F7-A619-1498-84AFD54EAA97}"/>
              </a:ext>
            </a:extLst>
          </p:cNvPr>
          <p:cNvSpPr>
            <a:spLocks noGrp="1"/>
          </p:cNvSpPr>
          <p:nvPr>
            <p:ph sz="quarter" idx="43"/>
          </p:nvPr>
        </p:nvSpPr>
        <p:spPr>
          <a:xfrm>
            <a:off x="8153400" y="4460240"/>
            <a:ext cx="3566160" cy="1737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3EA4C257-CB57-CA6A-D4A1-EB0270F4E07F}"/>
              </a:ext>
            </a:extLst>
          </p:cNvPr>
          <p:cNvSpPr>
            <a:spLocks noGrp="1"/>
          </p:cNvSpPr>
          <p:nvPr>
            <p:ph sz="quarter" idx="45"/>
          </p:nvPr>
        </p:nvSpPr>
        <p:spPr>
          <a:xfrm>
            <a:off x="472440" y="4460240"/>
            <a:ext cx="7406640" cy="1737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0221DD0F-3FF9-7BBE-3A45-9094129CB04C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472440" y="4341876"/>
            <a:ext cx="7406640" cy="91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bIns="54864" anchor="b" anchorCtr="0">
            <a:noAutofit/>
          </a:bodyPr>
          <a:lstStyle>
            <a:lvl1pPr marL="0" indent="0" algn="ct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1919EA52-D10C-5250-7308-FDEB316426C6}"/>
              </a:ext>
            </a:extLst>
          </p:cNvPr>
          <p:cNvSpPr>
            <a:spLocks noGrp="1"/>
          </p:cNvSpPr>
          <p:nvPr>
            <p:ph sz="quarter" idx="48" hasCustomPrompt="1"/>
          </p:nvPr>
        </p:nvSpPr>
        <p:spPr>
          <a:xfrm>
            <a:off x="8153400" y="4341876"/>
            <a:ext cx="3566160" cy="91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bIns="54864" anchor="b" anchorCtr="0">
            <a:noAutofit/>
          </a:bodyPr>
          <a:lstStyle>
            <a:lvl1pPr marL="0" indent="0" algn="ct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</p:spTree>
    <p:extLst>
      <p:ext uri="{BB962C8B-B14F-4D97-AF65-F5344CB8AC3E}">
        <p14:creationId xmlns:p14="http://schemas.microsoft.com/office/powerpoint/2010/main" val="16699803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B_1/3rd | 2/3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139B93C8-7D53-9C5A-4A01-DBCAE617055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2920" y="1983740"/>
            <a:ext cx="7406640" cy="4206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4">
            <a:extLst>
              <a:ext uri="{FF2B5EF4-FFF2-40B4-BE49-F238E27FC236}">
                <a16:creationId xmlns:a16="http://schemas.microsoft.com/office/drawing/2014/main" id="{8E7122DF-BB1F-1C7E-11BE-367D8B9DA29D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4312920" y="1865376"/>
            <a:ext cx="7406640" cy="91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bIns="54864" anchor="b" anchorCtr="0">
            <a:noAutofit/>
          </a:bodyPr>
          <a:lstStyle>
            <a:lvl1pPr marL="0" indent="0" algn="ct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9ED694-EEFF-0974-912C-22358B10A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5302AE-5A7F-0710-9E3A-9FD47AF34C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D88DD-11C6-7ADC-FDA8-D84B02AEE6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A2BB6D-D019-4321-8BA6-59299BECB9D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5E014C32-3A65-FF08-8EAC-12223E9DB217}"/>
              </a:ext>
            </a:extLst>
          </p:cNvPr>
          <p:cNvSpPr>
            <a:spLocks noGrp="1"/>
          </p:cNvSpPr>
          <p:nvPr>
            <p:ph type="body" sz="quarter" idx="12"/>
            <p:custDataLst>
              <p:tags r:id="rId1"/>
            </p:custDataLst>
          </p:nvPr>
        </p:nvSpPr>
        <p:spPr>
          <a:xfrm>
            <a:off x="472440" y="781051"/>
            <a:ext cx="11247120" cy="476249"/>
          </a:xfrm>
          <a:prstGeom prst="rect">
            <a:avLst/>
          </a:prstGeom>
        </p:spPr>
        <p:txBody>
          <a:bodyPr wrap="square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600" b="0" i="0" kern="1200" baseline="0" dirty="0" smtClean="0">
                <a:solidFill>
                  <a:schemeClr val="accent2"/>
                </a:solidFill>
                <a:latin typeface="+mj-lt"/>
                <a:ea typeface="ＭＳ Ｐゴシック" pitchFamily="29" charset="-128"/>
                <a:cs typeface="Times New Roman"/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marL="0" lvl="0" indent="0" algn="l" defTabSz="914164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935CEDE-E7E2-5CB6-BF9A-3205C9BEF06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2440" y="1983740"/>
            <a:ext cx="3566160" cy="4206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4">
            <a:extLst>
              <a:ext uri="{FF2B5EF4-FFF2-40B4-BE49-F238E27FC236}">
                <a16:creationId xmlns:a16="http://schemas.microsoft.com/office/drawing/2014/main" id="{384A4D4D-EAEE-E4DA-27B4-6186F78A8F5E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472440" y="1865376"/>
            <a:ext cx="3566160" cy="91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bIns="54864" anchor="b" anchorCtr="0">
            <a:noAutofit/>
          </a:bodyPr>
          <a:lstStyle>
            <a:lvl1pPr marL="0" indent="0" algn="ct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</p:spTree>
    <p:extLst>
      <p:ext uri="{BB962C8B-B14F-4D97-AF65-F5344CB8AC3E}">
        <p14:creationId xmlns:p14="http://schemas.microsoft.com/office/powerpoint/2010/main" val="39957927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B_2-Up 1/3rd | 2/3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D694-EEFF-0974-912C-22358B10A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5302AE-5A7F-0710-9E3A-9FD47AF34C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D88DD-11C6-7ADC-FDA8-D84B02AEE6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A2BB6D-D019-4321-8BA6-59299BECB9D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5E014C32-3A65-FF08-8EAC-12223E9DB217}"/>
              </a:ext>
            </a:extLst>
          </p:cNvPr>
          <p:cNvSpPr>
            <a:spLocks noGrp="1"/>
          </p:cNvSpPr>
          <p:nvPr>
            <p:ph type="body" sz="quarter" idx="12"/>
            <p:custDataLst>
              <p:tags r:id="rId1"/>
            </p:custDataLst>
          </p:nvPr>
        </p:nvSpPr>
        <p:spPr>
          <a:xfrm>
            <a:off x="472440" y="781051"/>
            <a:ext cx="11247120" cy="476249"/>
          </a:xfrm>
          <a:prstGeom prst="rect">
            <a:avLst/>
          </a:prstGeom>
        </p:spPr>
        <p:txBody>
          <a:bodyPr wrap="square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600" b="0" i="0" kern="1200" baseline="0" dirty="0" smtClean="0">
                <a:solidFill>
                  <a:schemeClr val="accent2"/>
                </a:solidFill>
                <a:latin typeface="+mj-lt"/>
                <a:ea typeface="ＭＳ Ｐゴシック" pitchFamily="29" charset="-128"/>
                <a:cs typeface="Times New Roman"/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marL="0" lvl="0" indent="0" algn="l" defTabSz="914164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2CA66DF0-E5F6-E51E-090D-6ED8ECD8D64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12920" y="1983740"/>
            <a:ext cx="7406640" cy="1737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139B93C8-7D53-9C5A-4A01-DBCAE617055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2440" y="1983740"/>
            <a:ext cx="3566160" cy="1737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4">
            <a:extLst>
              <a:ext uri="{FF2B5EF4-FFF2-40B4-BE49-F238E27FC236}">
                <a16:creationId xmlns:a16="http://schemas.microsoft.com/office/drawing/2014/main" id="{8E7122DF-BB1F-1C7E-11BE-367D8B9DA29D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472440" y="1865376"/>
            <a:ext cx="3566160" cy="91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bIns="54864" anchor="b" anchorCtr="0">
            <a:noAutofit/>
          </a:bodyPr>
          <a:lstStyle>
            <a:lvl1pPr marL="0" indent="0" algn="ct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sp>
        <p:nvSpPr>
          <p:cNvPr id="12" name="Content Placeholder 14">
            <a:extLst>
              <a:ext uri="{FF2B5EF4-FFF2-40B4-BE49-F238E27FC236}">
                <a16:creationId xmlns:a16="http://schemas.microsoft.com/office/drawing/2014/main" id="{CBF5EBF8-D6DC-B400-D6F8-F14EB2CD7841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4312920" y="1865376"/>
            <a:ext cx="7406640" cy="91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bIns="54864" anchor="b" anchorCtr="0">
            <a:noAutofit/>
          </a:bodyPr>
          <a:lstStyle>
            <a:lvl1pPr marL="0" indent="0" algn="ct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38E68860-FD4C-828E-441A-C2FDFA6E5E52}"/>
              </a:ext>
            </a:extLst>
          </p:cNvPr>
          <p:cNvSpPr>
            <a:spLocks noGrp="1"/>
          </p:cNvSpPr>
          <p:nvPr>
            <p:ph sz="quarter" idx="44"/>
          </p:nvPr>
        </p:nvSpPr>
        <p:spPr>
          <a:xfrm>
            <a:off x="4312920" y="4460240"/>
            <a:ext cx="7406640" cy="1737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3EA4C257-CB57-CA6A-D4A1-EB0270F4E07F}"/>
              </a:ext>
            </a:extLst>
          </p:cNvPr>
          <p:cNvSpPr>
            <a:spLocks noGrp="1"/>
          </p:cNvSpPr>
          <p:nvPr>
            <p:ph sz="quarter" idx="45"/>
          </p:nvPr>
        </p:nvSpPr>
        <p:spPr>
          <a:xfrm>
            <a:off x="472440" y="4460240"/>
            <a:ext cx="3566160" cy="1737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0221DD0F-3FF9-7BBE-3A45-9094129CB04C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472440" y="4341876"/>
            <a:ext cx="3566160" cy="91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bIns="54864" anchor="b" anchorCtr="0">
            <a:noAutofit/>
          </a:bodyPr>
          <a:lstStyle>
            <a:lvl1pPr marL="0" indent="0" algn="ct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sp>
        <p:nvSpPr>
          <p:cNvPr id="16" name="Content Placeholder 14">
            <a:extLst>
              <a:ext uri="{FF2B5EF4-FFF2-40B4-BE49-F238E27FC236}">
                <a16:creationId xmlns:a16="http://schemas.microsoft.com/office/drawing/2014/main" id="{A194178A-FFC2-36BA-9E77-043EC6454306}"/>
              </a:ext>
            </a:extLst>
          </p:cNvPr>
          <p:cNvSpPr>
            <a:spLocks noGrp="1"/>
          </p:cNvSpPr>
          <p:nvPr>
            <p:ph sz="quarter" idx="47" hasCustomPrompt="1"/>
          </p:nvPr>
        </p:nvSpPr>
        <p:spPr>
          <a:xfrm>
            <a:off x="4312920" y="4341876"/>
            <a:ext cx="7406640" cy="91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bIns="54864" anchor="b" anchorCtr="0">
            <a:noAutofit/>
          </a:bodyPr>
          <a:lstStyle>
            <a:lvl1pPr marL="0" indent="0" algn="ct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</p:spTree>
    <p:extLst>
      <p:ext uri="{BB962C8B-B14F-4D97-AF65-F5344CB8AC3E}">
        <p14:creationId xmlns:p14="http://schemas.microsoft.com/office/powerpoint/2010/main" val="30809881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B_6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D694-EEFF-0974-912C-22358B10A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5302AE-5A7F-0710-9E3A-9FD47AF34C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D88DD-11C6-7ADC-FDA8-D84B02AEE6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A2BB6D-D019-4321-8BA6-59299BECB9D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5E014C32-3A65-FF08-8EAC-12223E9DB217}"/>
              </a:ext>
            </a:extLst>
          </p:cNvPr>
          <p:cNvSpPr>
            <a:spLocks noGrp="1"/>
          </p:cNvSpPr>
          <p:nvPr>
            <p:ph type="body" sz="quarter" idx="12"/>
            <p:custDataLst>
              <p:tags r:id="rId1"/>
            </p:custDataLst>
          </p:nvPr>
        </p:nvSpPr>
        <p:spPr>
          <a:xfrm>
            <a:off x="472440" y="781051"/>
            <a:ext cx="11247120" cy="476249"/>
          </a:xfrm>
          <a:prstGeom prst="rect">
            <a:avLst/>
          </a:prstGeom>
        </p:spPr>
        <p:txBody>
          <a:bodyPr wrap="square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600" b="0" i="0" kern="1200" baseline="0" dirty="0" smtClean="0">
                <a:solidFill>
                  <a:schemeClr val="accent2"/>
                </a:solidFill>
                <a:latin typeface="+mj-lt"/>
                <a:ea typeface="ＭＳ Ｐゴシック" pitchFamily="29" charset="-128"/>
                <a:cs typeface="Times New Roman"/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marL="0" lvl="0" indent="0" algn="l" defTabSz="914164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935CEDE-E7E2-5CB6-BF9A-3205C9BEF06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53400" y="1983740"/>
            <a:ext cx="3566160" cy="1737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2CA66DF0-E5F6-E51E-090D-6ED8ECD8D64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12920" y="1983740"/>
            <a:ext cx="3566160" cy="1737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139B93C8-7D53-9C5A-4A01-DBCAE617055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2440" y="1983740"/>
            <a:ext cx="3566160" cy="1737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4">
            <a:extLst>
              <a:ext uri="{FF2B5EF4-FFF2-40B4-BE49-F238E27FC236}">
                <a16:creationId xmlns:a16="http://schemas.microsoft.com/office/drawing/2014/main" id="{8E7122DF-BB1F-1C7E-11BE-367D8B9DA29D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472440" y="1865376"/>
            <a:ext cx="3566160" cy="91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bIns="54864" anchor="b" anchorCtr="0">
            <a:noAutofit/>
          </a:bodyPr>
          <a:lstStyle>
            <a:lvl1pPr marL="0" indent="0" algn="ct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sp>
        <p:nvSpPr>
          <p:cNvPr id="12" name="Content Placeholder 14">
            <a:extLst>
              <a:ext uri="{FF2B5EF4-FFF2-40B4-BE49-F238E27FC236}">
                <a16:creationId xmlns:a16="http://schemas.microsoft.com/office/drawing/2014/main" id="{CBF5EBF8-D6DC-B400-D6F8-F14EB2CD7841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4312920" y="1865376"/>
            <a:ext cx="3566160" cy="91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bIns="54864" anchor="b" anchorCtr="0">
            <a:noAutofit/>
          </a:bodyPr>
          <a:lstStyle>
            <a:lvl1pPr marL="0" indent="0" algn="ct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sp>
        <p:nvSpPr>
          <p:cNvPr id="13" name="Content Placeholder 14">
            <a:extLst>
              <a:ext uri="{FF2B5EF4-FFF2-40B4-BE49-F238E27FC236}">
                <a16:creationId xmlns:a16="http://schemas.microsoft.com/office/drawing/2014/main" id="{384A4D4D-EAEE-E4DA-27B4-6186F78A8F5E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8153400" y="1865376"/>
            <a:ext cx="3566160" cy="91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bIns="54864" anchor="b" anchorCtr="0">
            <a:noAutofit/>
          </a:bodyPr>
          <a:lstStyle>
            <a:lvl1pPr marL="0" indent="0" algn="ct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45A8CAA-89F7-A619-1498-84AFD54EAA97}"/>
              </a:ext>
            </a:extLst>
          </p:cNvPr>
          <p:cNvSpPr>
            <a:spLocks noGrp="1"/>
          </p:cNvSpPr>
          <p:nvPr>
            <p:ph sz="quarter" idx="43"/>
          </p:nvPr>
        </p:nvSpPr>
        <p:spPr>
          <a:xfrm>
            <a:off x="8153400" y="4460240"/>
            <a:ext cx="3566160" cy="1737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38E68860-FD4C-828E-441A-C2FDFA6E5E52}"/>
              </a:ext>
            </a:extLst>
          </p:cNvPr>
          <p:cNvSpPr>
            <a:spLocks noGrp="1"/>
          </p:cNvSpPr>
          <p:nvPr>
            <p:ph sz="quarter" idx="44"/>
          </p:nvPr>
        </p:nvSpPr>
        <p:spPr>
          <a:xfrm>
            <a:off x="4312920" y="4460240"/>
            <a:ext cx="3566160" cy="1737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3EA4C257-CB57-CA6A-D4A1-EB0270F4E07F}"/>
              </a:ext>
            </a:extLst>
          </p:cNvPr>
          <p:cNvSpPr>
            <a:spLocks noGrp="1"/>
          </p:cNvSpPr>
          <p:nvPr>
            <p:ph sz="quarter" idx="45"/>
          </p:nvPr>
        </p:nvSpPr>
        <p:spPr>
          <a:xfrm>
            <a:off x="472440" y="4460240"/>
            <a:ext cx="3566160" cy="1737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0221DD0F-3FF9-7BBE-3A45-9094129CB04C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472440" y="4341876"/>
            <a:ext cx="3566160" cy="91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bIns="54864" anchor="b" anchorCtr="0">
            <a:noAutofit/>
          </a:bodyPr>
          <a:lstStyle>
            <a:lvl1pPr marL="0" indent="0" algn="ct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sp>
        <p:nvSpPr>
          <p:cNvPr id="16" name="Content Placeholder 14">
            <a:extLst>
              <a:ext uri="{FF2B5EF4-FFF2-40B4-BE49-F238E27FC236}">
                <a16:creationId xmlns:a16="http://schemas.microsoft.com/office/drawing/2014/main" id="{A194178A-FFC2-36BA-9E77-043EC6454306}"/>
              </a:ext>
            </a:extLst>
          </p:cNvPr>
          <p:cNvSpPr>
            <a:spLocks noGrp="1"/>
          </p:cNvSpPr>
          <p:nvPr>
            <p:ph sz="quarter" idx="47" hasCustomPrompt="1"/>
          </p:nvPr>
        </p:nvSpPr>
        <p:spPr>
          <a:xfrm>
            <a:off x="4312920" y="4341876"/>
            <a:ext cx="3566160" cy="91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bIns="54864" anchor="b" anchorCtr="0">
            <a:noAutofit/>
          </a:bodyPr>
          <a:lstStyle>
            <a:lvl1pPr marL="0" indent="0" algn="ct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1919EA52-D10C-5250-7308-FDEB316426C6}"/>
              </a:ext>
            </a:extLst>
          </p:cNvPr>
          <p:cNvSpPr>
            <a:spLocks noGrp="1"/>
          </p:cNvSpPr>
          <p:nvPr>
            <p:ph sz="quarter" idx="48" hasCustomPrompt="1"/>
          </p:nvPr>
        </p:nvSpPr>
        <p:spPr>
          <a:xfrm>
            <a:off x="8153400" y="4341876"/>
            <a:ext cx="3566160" cy="91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bIns="54864" anchor="b" anchorCtr="0">
            <a:noAutofit/>
          </a:bodyPr>
          <a:lstStyle>
            <a:lvl1pPr marL="0" indent="0" algn="ct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</p:spTree>
    <p:extLst>
      <p:ext uri="{BB962C8B-B14F-4D97-AF65-F5344CB8AC3E}">
        <p14:creationId xmlns:p14="http://schemas.microsoft.com/office/powerpoint/2010/main" val="74638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B_2/3rd | 1/3rd Color-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D8F59BF-E93D-AAC3-D842-92FE15722899}"/>
              </a:ext>
            </a:extLst>
          </p:cNvPr>
          <p:cNvSpPr/>
          <p:nvPr userDrawn="1"/>
        </p:nvSpPr>
        <p:spPr>
          <a:xfrm>
            <a:off x="8001000" y="0"/>
            <a:ext cx="4190999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90F6004-2081-273A-0BC6-A17B65F84B79}"/>
              </a:ext>
            </a:extLst>
          </p:cNvPr>
          <p:cNvCxnSpPr>
            <a:cxnSpLocks/>
          </p:cNvCxnSpPr>
          <p:nvPr userDrawn="1"/>
        </p:nvCxnSpPr>
        <p:spPr>
          <a:xfrm rot="1380000">
            <a:off x="11429490" y="6466691"/>
            <a:ext cx="0" cy="268268"/>
          </a:xfrm>
          <a:prstGeom prst="line">
            <a:avLst/>
          </a:prstGeom>
          <a:ln w="9525">
            <a:solidFill>
              <a:schemeClr val="bg2"/>
            </a:solidFill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66">
            <a:extLst>
              <a:ext uri="{FF2B5EF4-FFF2-40B4-BE49-F238E27FC236}">
                <a16:creationId xmlns:a16="http://schemas.microsoft.com/office/drawing/2014/main" id="{38F76D74-738F-14A0-9856-60522821232B}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>
          <a:xfrm>
            <a:off x="8150225" y="6527800"/>
            <a:ext cx="205343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164" rtl="0" eaLnBrk="1" latinLnBrk="0" hangingPunct="1">
              <a:defRPr sz="11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081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164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247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330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412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493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576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658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0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CLIENT    </a:t>
            </a:r>
            <a:endParaRPr lang="en-US" sz="1000" b="0">
              <a:solidFill>
                <a:schemeClr val="bg2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F421567-B70D-E11C-6859-C4A7E8D5C1F2}"/>
              </a:ext>
            </a:extLst>
          </p:cNvPr>
          <p:cNvCxnSpPr>
            <a:cxnSpLocks/>
          </p:cNvCxnSpPr>
          <p:nvPr userDrawn="1"/>
        </p:nvCxnSpPr>
        <p:spPr>
          <a:xfrm rot="1380000">
            <a:off x="10211232" y="6466691"/>
            <a:ext cx="0" cy="268268"/>
          </a:xfrm>
          <a:prstGeom prst="line">
            <a:avLst/>
          </a:prstGeom>
          <a:ln w="9525">
            <a:solidFill>
              <a:schemeClr val="bg2"/>
            </a:solidFill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24">
            <a:extLst>
              <a:ext uri="{FF2B5EF4-FFF2-40B4-BE49-F238E27FC236}">
                <a16:creationId xmlns:a16="http://schemas.microsoft.com/office/drawing/2014/main" id="{FEE7CEC5-3A86-9BD8-3DF8-F1113D2EB293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06418" y="6507423"/>
            <a:ext cx="1043527" cy="1868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9ED694-EEFF-0974-912C-22358B10A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301752"/>
            <a:ext cx="7406640" cy="42976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5302AE-5A7F-0710-9E3A-9FD47AF34C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72440" y="6404786"/>
            <a:ext cx="7406640" cy="37701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D88DD-11C6-7ADC-FDA8-D84B02AEE6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5A2BB6D-D019-4321-8BA6-59299BECB9D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5E014C32-3A65-FF08-8EAC-12223E9DB217}"/>
              </a:ext>
            </a:extLst>
          </p:cNvPr>
          <p:cNvSpPr>
            <a:spLocks noGrp="1"/>
          </p:cNvSpPr>
          <p:nvPr>
            <p:ph type="body" sz="quarter" idx="12"/>
            <p:custDataLst>
              <p:tags r:id="rId3"/>
            </p:custDataLst>
          </p:nvPr>
        </p:nvSpPr>
        <p:spPr>
          <a:xfrm>
            <a:off x="472440" y="781051"/>
            <a:ext cx="7406640" cy="476249"/>
          </a:xfrm>
          <a:prstGeom prst="rect">
            <a:avLst/>
          </a:prstGeom>
        </p:spPr>
        <p:txBody>
          <a:bodyPr wrap="square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600" b="0" i="0" kern="1200" baseline="0" dirty="0" smtClean="0">
                <a:solidFill>
                  <a:schemeClr val="accent2"/>
                </a:solidFill>
                <a:latin typeface="+mj-lt"/>
                <a:ea typeface="ＭＳ Ｐゴシック" pitchFamily="29" charset="-128"/>
                <a:cs typeface="Times New Roman"/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marL="0" lvl="0" indent="0" algn="l" defTabSz="914164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935CEDE-E7E2-5CB6-BF9A-3205C9BEF06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53400" y="1983740"/>
            <a:ext cx="3566160" cy="420624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139B93C8-7D53-9C5A-4A01-DBCAE617055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2440" y="1983740"/>
            <a:ext cx="7406640" cy="4206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4">
            <a:extLst>
              <a:ext uri="{FF2B5EF4-FFF2-40B4-BE49-F238E27FC236}">
                <a16:creationId xmlns:a16="http://schemas.microsoft.com/office/drawing/2014/main" id="{8E7122DF-BB1F-1C7E-11BE-367D8B9DA29D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472440" y="1865376"/>
            <a:ext cx="7406640" cy="91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bIns="54864" anchor="b" anchorCtr="0">
            <a:noAutofit/>
          </a:bodyPr>
          <a:lstStyle>
            <a:lvl1pPr marL="0" indent="0" algn="ct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sp>
        <p:nvSpPr>
          <p:cNvPr id="13" name="Content Placeholder 14">
            <a:extLst>
              <a:ext uri="{FF2B5EF4-FFF2-40B4-BE49-F238E27FC236}">
                <a16:creationId xmlns:a16="http://schemas.microsoft.com/office/drawing/2014/main" id="{384A4D4D-EAEE-E4DA-27B4-6186F78A8F5E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8153400" y="1865376"/>
            <a:ext cx="3566160" cy="91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bIns="54864" anchor="b" anchorCtr="0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707DE7B-F716-8BC0-1909-17CAFF55D8DD}"/>
              </a:ext>
            </a:extLst>
          </p:cNvPr>
          <p:cNvCxnSpPr>
            <a:cxnSpLocks/>
          </p:cNvCxnSpPr>
          <p:nvPr userDrawn="1"/>
        </p:nvCxnSpPr>
        <p:spPr>
          <a:xfrm>
            <a:off x="8004048" y="6297637"/>
            <a:ext cx="4187952" cy="0"/>
          </a:xfrm>
          <a:prstGeom prst="line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450284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B_2/3rd Color-Bleed | 1/3rd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F8C3FC2-DD90-8A1A-8CD7-67108D2F6BDE}"/>
              </a:ext>
            </a:extLst>
          </p:cNvPr>
          <p:cNvSpPr/>
          <p:nvPr userDrawn="1"/>
        </p:nvSpPr>
        <p:spPr>
          <a:xfrm>
            <a:off x="-2" y="0"/>
            <a:ext cx="8026401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9ED694-EEFF-0974-912C-22358B10A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301752"/>
            <a:ext cx="7315200" cy="42976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5302AE-5A7F-0710-9E3A-9FD47AF34C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72440" y="6404786"/>
            <a:ext cx="7406640" cy="3770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D88DD-11C6-7ADC-FDA8-D84B02AEE6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A2BB6D-D019-4321-8BA6-59299BECB9D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5E014C32-3A65-FF08-8EAC-12223E9DB217}"/>
              </a:ext>
            </a:extLst>
          </p:cNvPr>
          <p:cNvSpPr>
            <a:spLocks noGrp="1"/>
          </p:cNvSpPr>
          <p:nvPr>
            <p:ph type="body" sz="quarter" idx="12"/>
            <p:custDataLst>
              <p:tags r:id="rId1"/>
            </p:custDataLst>
          </p:nvPr>
        </p:nvSpPr>
        <p:spPr>
          <a:xfrm>
            <a:off x="472440" y="781051"/>
            <a:ext cx="7315200" cy="476249"/>
          </a:xfrm>
          <a:prstGeom prst="rect">
            <a:avLst/>
          </a:prstGeom>
        </p:spPr>
        <p:txBody>
          <a:bodyPr wrap="square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600" b="0" i="0" kern="1200" baseline="0" dirty="0" smtClean="0">
                <a:solidFill>
                  <a:schemeClr val="bg2"/>
                </a:solidFill>
                <a:latin typeface="+mj-lt"/>
                <a:ea typeface="ＭＳ Ｐゴシック" pitchFamily="29" charset="-128"/>
                <a:cs typeface="Times New Roman"/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marL="0" lvl="0" indent="0" algn="l" defTabSz="914164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935CEDE-E7E2-5CB6-BF9A-3205C9BEF06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53400" y="1983740"/>
            <a:ext cx="3566160" cy="4206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4">
            <a:extLst>
              <a:ext uri="{FF2B5EF4-FFF2-40B4-BE49-F238E27FC236}">
                <a16:creationId xmlns:a16="http://schemas.microsoft.com/office/drawing/2014/main" id="{8E7122DF-BB1F-1C7E-11BE-367D8B9DA29D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472440" y="1865376"/>
            <a:ext cx="7406640" cy="91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bIns="54864" anchor="b" anchorCtr="0">
            <a:noAutofit/>
          </a:bodyPr>
          <a:lstStyle>
            <a:lvl1pPr marL="0" indent="0" algn="ctr">
              <a:buNone/>
              <a:defRPr sz="14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sp>
        <p:nvSpPr>
          <p:cNvPr id="13" name="Content Placeholder 14">
            <a:extLst>
              <a:ext uri="{FF2B5EF4-FFF2-40B4-BE49-F238E27FC236}">
                <a16:creationId xmlns:a16="http://schemas.microsoft.com/office/drawing/2014/main" id="{384A4D4D-EAEE-E4DA-27B4-6186F78A8F5E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8153400" y="1865376"/>
            <a:ext cx="3566160" cy="91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bIns="54864" anchor="b" anchorCtr="0">
            <a:noAutofit/>
          </a:bodyPr>
          <a:lstStyle>
            <a:lvl1pPr marL="0" indent="0" algn="ct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2DF528E6-DDE8-73D3-E1E3-3DA8EE13AF73}"/>
              </a:ext>
            </a:extLst>
          </p:cNvPr>
          <p:cNvSpPr>
            <a:spLocks noGrp="1"/>
          </p:cNvSpPr>
          <p:nvPr>
            <p:ph sz="quarter" idx="43"/>
            <p:custDataLst>
              <p:tags r:id="rId2"/>
            </p:custDataLst>
          </p:nvPr>
        </p:nvSpPr>
        <p:spPr>
          <a:xfrm>
            <a:off x="472440" y="1983740"/>
            <a:ext cx="7406640" cy="420624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B353D26-5471-6063-46CC-B5EE38F382C1}"/>
              </a:ext>
            </a:extLst>
          </p:cNvPr>
          <p:cNvCxnSpPr>
            <a:cxnSpLocks/>
          </p:cNvCxnSpPr>
          <p:nvPr userDrawn="1"/>
        </p:nvCxnSpPr>
        <p:spPr>
          <a:xfrm>
            <a:off x="1524" y="6297637"/>
            <a:ext cx="8028432" cy="0"/>
          </a:xfrm>
          <a:prstGeom prst="line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5">
            <a:extLst>
              <a:ext uri="{FF2B5EF4-FFF2-40B4-BE49-F238E27FC236}">
                <a16:creationId xmlns:a16="http://schemas.microsoft.com/office/drawing/2014/main" id="{8719262E-F944-E19C-5805-4B21E718DF57}"/>
              </a:ext>
            </a:extLst>
          </p:cNvPr>
          <p:cNvSpPr/>
          <p:nvPr userDrawn="1"/>
        </p:nvSpPr>
        <p:spPr>
          <a:xfrm flipH="1" flipV="1">
            <a:off x="0" y="301752"/>
            <a:ext cx="347133" cy="802892"/>
          </a:xfrm>
          <a:custGeom>
            <a:avLst/>
            <a:gdLst>
              <a:gd name="connsiteX0" fmla="*/ 0 w 2965076"/>
              <a:gd name="connsiteY0" fmla="*/ 0 h 6857999"/>
              <a:gd name="connsiteX1" fmla="*/ 2965076 w 2965076"/>
              <a:gd name="connsiteY1" fmla="*/ 0 h 6857999"/>
              <a:gd name="connsiteX2" fmla="*/ 2965076 w 2965076"/>
              <a:gd name="connsiteY2" fmla="*/ 6857999 h 6857999"/>
              <a:gd name="connsiteX3" fmla="*/ 0 w 2965076"/>
              <a:gd name="connsiteY3" fmla="*/ 6857999 h 6857999"/>
              <a:gd name="connsiteX4" fmla="*/ 0 w 2965076"/>
              <a:gd name="connsiteY4" fmla="*/ 0 h 6857999"/>
              <a:gd name="connsiteX0" fmla="*/ 0 w 2965076"/>
              <a:gd name="connsiteY0" fmla="*/ 6857999 h 6857999"/>
              <a:gd name="connsiteX1" fmla="*/ 2965076 w 2965076"/>
              <a:gd name="connsiteY1" fmla="*/ 0 h 6857999"/>
              <a:gd name="connsiteX2" fmla="*/ 2965076 w 2965076"/>
              <a:gd name="connsiteY2" fmla="*/ 6857999 h 6857999"/>
              <a:gd name="connsiteX3" fmla="*/ 0 w 2965076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5076" h="6857999">
                <a:moveTo>
                  <a:pt x="0" y="6857999"/>
                </a:moveTo>
                <a:lnTo>
                  <a:pt x="2965076" y="0"/>
                </a:lnTo>
                <a:lnTo>
                  <a:pt x="2965076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93179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-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D694-EEFF-0974-912C-22358B10A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5302AE-5A7F-0710-9E3A-9FD47AF34C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D88DD-11C6-7ADC-FDA8-D84B02AEE6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A2BB6D-D019-4321-8BA6-59299BECB9D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5E014C32-3A65-FF08-8EAC-12223E9DB217}"/>
              </a:ext>
            </a:extLst>
          </p:cNvPr>
          <p:cNvSpPr>
            <a:spLocks noGrp="1"/>
          </p:cNvSpPr>
          <p:nvPr>
            <p:ph type="body" sz="quarter" idx="12"/>
            <p:custDataLst>
              <p:tags r:id="rId1"/>
            </p:custDataLst>
          </p:nvPr>
        </p:nvSpPr>
        <p:spPr>
          <a:xfrm>
            <a:off x="472440" y="781051"/>
            <a:ext cx="11247120" cy="476249"/>
          </a:xfrm>
          <a:prstGeom prst="rect">
            <a:avLst/>
          </a:prstGeom>
        </p:spPr>
        <p:txBody>
          <a:bodyPr wrap="square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600" b="0" i="0" kern="1200" baseline="0" dirty="0" smtClean="0">
                <a:solidFill>
                  <a:schemeClr val="accent2"/>
                </a:solidFill>
                <a:latin typeface="+mj-lt"/>
                <a:ea typeface="ＭＳ Ｐゴシック" pitchFamily="29" charset="-128"/>
                <a:cs typeface="Times New Roman"/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marL="0" lvl="0" indent="0" algn="l" defTabSz="914164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139B93C8-7D53-9C5A-4A01-DBCAE617055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2440" y="1983740"/>
            <a:ext cx="11247120" cy="1737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4">
            <a:extLst>
              <a:ext uri="{FF2B5EF4-FFF2-40B4-BE49-F238E27FC236}">
                <a16:creationId xmlns:a16="http://schemas.microsoft.com/office/drawing/2014/main" id="{8E7122DF-BB1F-1C7E-11BE-367D8B9DA29D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472440" y="1865376"/>
            <a:ext cx="11247120" cy="91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bIns="54864" anchor="b" anchorCtr="0">
            <a:noAutofit/>
          </a:bodyPr>
          <a:lstStyle>
            <a:lvl1pPr marL="0" indent="0" algn="ct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3EA4C257-CB57-CA6A-D4A1-EB0270F4E07F}"/>
              </a:ext>
            </a:extLst>
          </p:cNvPr>
          <p:cNvSpPr>
            <a:spLocks noGrp="1"/>
          </p:cNvSpPr>
          <p:nvPr>
            <p:ph sz="quarter" idx="45"/>
          </p:nvPr>
        </p:nvSpPr>
        <p:spPr>
          <a:xfrm>
            <a:off x="472440" y="4460240"/>
            <a:ext cx="11247120" cy="1737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0221DD0F-3FF9-7BBE-3A45-9094129CB04C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472440" y="4341876"/>
            <a:ext cx="11247120" cy="91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bIns="54864" anchor="b" anchorCtr="0">
            <a:noAutofit/>
          </a:bodyPr>
          <a:lstStyle>
            <a:lvl1pPr marL="0" indent="0" algn="ct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</p:spTree>
    <p:extLst>
      <p:ext uri="{BB962C8B-B14F-4D97-AF65-F5344CB8AC3E}">
        <p14:creationId xmlns:p14="http://schemas.microsoft.com/office/powerpoint/2010/main" val="29568768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-Stacked b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0142907-B571-6178-63EE-893961CCB87A}"/>
              </a:ext>
            </a:extLst>
          </p:cNvPr>
          <p:cNvSpPr/>
          <p:nvPr userDrawn="1"/>
        </p:nvSpPr>
        <p:spPr>
          <a:xfrm>
            <a:off x="-2" y="3810000"/>
            <a:ext cx="12192002" cy="304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044E00-5B53-2880-98F0-152900302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09AFAB-C602-DB82-0A7E-CA153C89F7A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67FC1-EA83-9374-17AD-28BA2BA6AA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5A2BB6D-D019-4321-8BA6-59299BECB9DA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E07EC10-6FA0-6BFD-DCB0-AB97B23F99C6}"/>
              </a:ext>
            </a:extLst>
          </p:cNvPr>
          <p:cNvCxnSpPr>
            <a:cxnSpLocks/>
          </p:cNvCxnSpPr>
          <p:nvPr userDrawn="1"/>
        </p:nvCxnSpPr>
        <p:spPr>
          <a:xfrm rot="1380000">
            <a:off x="11429490" y="6466691"/>
            <a:ext cx="0" cy="268268"/>
          </a:xfrm>
          <a:prstGeom prst="line">
            <a:avLst/>
          </a:prstGeom>
          <a:ln w="9525">
            <a:solidFill>
              <a:schemeClr val="bg2"/>
            </a:solidFill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66">
            <a:extLst>
              <a:ext uri="{FF2B5EF4-FFF2-40B4-BE49-F238E27FC236}">
                <a16:creationId xmlns:a16="http://schemas.microsoft.com/office/drawing/2014/main" id="{08CFB097-CA94-329C-F6CA-C3319DDEC984}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>
          <a:xfrm>
            <a:off x="8150225" y="6527800"/>
            <a:ext cx="205343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164" rtl="0" eaLnBrk="1" latinLnBrk="0" hangingPunct="1">
              <a:defRPr sz="11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081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164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247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330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412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493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576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658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0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CLIENT    </a:t>
            </a:r>
            <a:endParaRPr lang="en-US" sz="1000" b="0">
              <a:solidFill>
                <a:schemeClr val="bg2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6D9DBF5-940F-D66E-1D92-896755A68985}"/>
              </a:ext>
            </a:extLst>
          </p:cNvPr>
          <p:cNvCxnSpPr>
            <a:cxnSpLocks/>
          </p:cNvCxnSpPr>
          <p:nvPr userDrawn="1"/>
        </p:nvCxnSpPr>
        <p:spPr>
          <a:xfrm rot="1380000">
            <a:off x="10211232" y="6466691"/>
            <a:ext cx="0" cy="268268"/>
          </a:xfrm>
          <a:prstGeom prst="line">
            <a:avLst/>
          </a:prstGeom>
          <a:ln w="9525">
            <a:solidFill>
              <a:schemeClr val="bg2"/>
            </a:solidFill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AFD45527-FC2D-66A3-4F16-59722828EF5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06418" y="6507423"/>
            <a:ext cx="1043527" cy="186804"/>
          </a:xfrm>
          <a:prstGeom prst="rect">
            <a:avLst/>
          </a:prstGeom>
        </p:spPr>
      </p:pic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FB4554C-6F8A-6B74-CCD5-934969B79EEA}"/>
              </a:ext>
            </a:extLst>
          </p:cNvPr>
          <p:cNvSpPr>
            <a:spLocks noGrp="1"/>
          </p:cNvSpPr>
          <p:nvPr>
            <p:ph type="body" sz="quarter" idx="12"/>
            <p:custDataLst>
              <p:tags r:id="rId3"/>
            </p:custDataLst>
          </p:nvPr>
        </p:nvSpPr>
        <p:spPr>
          <a:xfrm>
            <a:off x="472440" y="781051"/>
            <a:ext cx="11247120" cy="476249"/>
          </a:xfrm>
          <a:prstGeom prst="rect">
            <a:avLst/>
          </a:prstGeom>
        </p:spPr>
        <p:txBody>
          <a:bodyPr wrap="square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600" b="0" i="0" kern="1200" baseline="0" dirty="0" smtClean="0">
                <a:solidFill>
                  <a:schemeClr val="accent2"/>
                </a:solidFill>
                <a:latin typeface="+mj-lt"/>
                <a:ea typeface="ＭＳ Ｐゴシック" pitchFamily="29" charset="-128"/>
                <a:cs typeface="Times New Roman"/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marL="0" lvl="0" indent="0" algn="l" defTabSz="914164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Tx/>
              <a:buNone/>
            </a:pPr>
            <a:r>
              <a:rPr lang="en-US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F51DDE3-33EF-ED42-5BAF-E76774DE26A3}"/>
              </a:ext>
            </a:extLst>
          </p:cNvPr>
          <p:cNvCxnSpPr>
            <a:cxnSpLocks/>
          </p:cNvCxnSpPr>
          <p:nvPr userDrawn="1"/>
        </p:nvCxnSpPr>
        <p:spPr>
          <a:xfrm>
            <a:off x="1524" y="6297637"/>
            <a:ext cx="12188952" cy="0"/>
          </a:xfrm>
          <a:prstGeom prst="line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84A0430B-A2B2-83FE-699C-6E6CCE9ACEA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2440" y="1983740"/>
            <a:ext cx="11247120" cy="1737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4">
            <a:extLst>
              <a:ext uri="{FF2B5EF4-FFF2-40B4-BE49-F238E27FC236}">
                <a16:creationId xmlns:a16="http://schemas.microsoft.com/office/drawing/2014/main" id="{05E0EE49-E5A0-688D-8EE4-4C240782F64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472440" y="1865376"/>
            <a:ext cx="11247120" cy="91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bIns="54864" anchor="b" anchorCtr="0">
            <a:noAutofit/>
          </a:bodyPr>
          <a:lstStyle>
            <a:lvl1pPr marL="0" indent="0" algn="ct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sp>
        <p:nvSpPr>
          <p:cNvPr id="21" name="Content Placeholder 14">
            <a:extLst>
              <a:ext uri="{FF2B5EF4-FFF2-40B4-BE49-F238E27FC236}">
                <a16:creationId xmlns:a16="http://schemas.microsoft.com/office/drawing/2014/main" id="{9EC92554-547C-664A-4BB5-2FD931B03ED0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472440" y="4341876"/>
            <a:ext cx="11247120" cy="9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bIns="54864" anchor="b" anchorCtr="0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DF1ACF9A-0857-7BEB-AC2D-4E0C2E26AA4E}"/>
              </a:ext>
            </a:extLst>
          </p:cNvPr>
          <p:cNvSpPr>
            <a:spLocks noGrp="1"/>
          </p:cNvSpPr>
          <p:nvPr>
            <p:ph sz="quarter" idx="38"/>
            <p:custDataLst>
              <p:tags r:id="rId4"/>
            </p:custDataLst>
          </p:nvPr>
        </p:nvSpPr>
        <p:spPr>
          <a:xfrm>
            <a:off x="472440" y="4460240"/>
            <a:ext cx="11247120" cy="1737360"/>
          </a:xfrm>
          <a:prstGeom prst="rect">
            <a:avLst/>
          </a:prstGeom>
          <a:noFill/>
          <a:effectLst/>
        </p:spPr>
        <p:txBody>
          <a:bodyPr anchor="t">
            <a:noAutofit/>
          </a:bodyPr>
          <a:lstStyle>
            <a:lvl1pPr>
              <a:spcBef>
                <a:spcPts val="1000"/>
              </a:spcBef>
              <a:buClr>
                <a:schemeClr val="bg1"/>
              </a:buClr>
              <a:defRPr sz="1200">
                <a:solidFill>
                  <a:schemeClr val="bg1"/>
                </a:solidFill>
              </a:defRPr>
            </a:lvl1pPr>
            <a:lvl2pPr>
              <a:spcBef>
                <a:spcPts val="500"/>
              </a:spcBef>
              <a:buClr>
                <a:schemeClr val="bg1"/>
              </a:buClr>
              <a:defRPr sz="1200">
                <a:solidFill>
                  <a:schemeClr val="bg1"/>
                </a:solidFill>
              </a:defRPr>
            </a:lvl2pPr>
            <a:lvl3pPr>
              <a:spcBef>
                <a:spcPts val="500"/>
              </a:spcBef>
              <a:buClr>
                <a:schemeClr val="bg1"/>
              </a:buClr>
              <a:defRPr sz="12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0644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-Stacked t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D016E49-6AC2-BD38-EFE5-C1A96C492455}"/>
              </a:ext>
            </a:extLst>
          </p:cNvPr>
          <p:cNvSpPr/>
          <p:nvPr userDrawn="1"/>
        </p:nvSpPr>
        <p:spPr>
          <a:xfrm>
            <a:off x="-2" y="0"/>
            <a:ext cx="12192002" cy="3810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044E00-5B53-2880-98F0-152900302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09AFAB-C602-DB82-0A7E-CA153C89F7A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67FC1-EA83-9374-17AD-28BA2BA6AA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A2BB6D-D019-4321-8BA6-59299BECB9D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A0FE2FC-9445-4E9A-D573-405608A9AA93}"/>
              </a:ext>
            </a:extLst>
          </p:cNvPr>
          <p:cNvSpPr>
            <a:spLocks noGrp="1"/>
          </p:cNvSpPr>
          <p:nvPr>
            <p:ph type="body" sz="quarter" idx="12"/>
            <p:custDataLst>
              <p:tags r:id="rId1"/>
            </p:custDataLst>
          </p:nvPr>
        </p:nvSpPr>
        <p:spPr>
          <a:xfrm>
            <a:off x="472440" y="781051"/>
            <a:ext cx="11247120" cy="476249"/>
          </a:xfrm>
          <a:prstGeom prst="rect">
            <a:avLst/>
          </a:prstGeom>
        </p:spPr>
        <p:txBody>
          <a:bodyPr wrap="square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600" b="0" i="0" kern="1200" baseline="0" dirty="0" smtClean="0">
                <a:solidFill>
                  <a:schemeClr val="bg1"/>
                </a:solidFill>
                <a:latin typeface="+mj-lt"/>
                <a:ea typeface="ＭＳ Ｐゴシック" pitchFamily="29" charset="-128"/>
                <a:cs typeface="Times New Roman"/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marL="0" lvl="0" indent="0" algn="l" defTabSz="914164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3DABE823-AB64-E03F-B647-2ED5257596B6}"/>
              </a:ext>
            </a:extLst>
          </p:cNvPr>
          <p:cNvSpPr/>
          <p:nvPr userDrawn="1"/>
        </p:nvSpPr>
        <p:spPr>
          <a:xfrm flipH="1" flipV="1">
            <a:off x="0" y="301752"/>
            <a:ext cx="347133" cy="802892"/>
          </a:xfrm>
          <a:custGeom>
            <a:avLst/>
            <a:gdLst>
              <a:gd name="connsiteX0" fmla="*/ 0 w 2965076"/>
              <a:gd name="connsiteY0" fmla="*/ 0 h 6857999"/>
              <a:gd name="connsiteX1" fmla="*/ 2965076 w 2965076"/>
              <a:gd name="connsiteY1" fmla="*/ 0 h 6857999"/>
              <a:gd name="connsiteX2" fmla="*/ 2965076 w 2965076"/>
              <a:gd name="connsiteY2" fmla="*/ 6857999 h 6857999"/>
              <a:gd name="connsiteX3" fmla="*/ 0 w 2965076"/>
              <a:gd name="connsiteY3" fmla="*/ 6857999 h 6857999"/>
              <a:gd name="connsiteX4" fmla="*/ 0 w 2965076"/>
              <a:gd name="connsiteY4" fmla="*/ 0 h 6857999"/>
              <a:gd name="connsiteX0" fmla="*/ 0 w 2965076"/>
              <a:gd name="connsiteY0" fmla="*/ 6857999 h 6857999"/>
              <a:gd name="connsiteX1" fmla="*/ 2965076 w 2965076"/>
              <a:gd name="connsiteY1" fmla="*/ 0 h 6857999"/>
              <a:gd name="connsiteX2" fmla="*/ 2965076 w 2965076"/>
              <a:gd name="connsiteY2" fmla="*/ 6857999 h 6857999"/>
              <a:gd name="connsiteX3" fmla="*/ 0 w 2965076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5076" h="6857999">
                <a:moveTo>
                  <a:pt x="0" y="6857999"/>
                </a:moveTo>
                <a:lnTo>
                  <a:pt x="2965076" y="0"/>
                </a:lnTo>
                <a:lnTo>
                  <a:pt x="2965076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34DB5F73-F1E2-1A07-CEFC-B7897A90DE61}"/>
              </a:ext>
            </a:extLst>
          </p:cNvPr>
          <p:cNvSpPr>
            <a:spLocks noGrp="1"/>
          </p:cNvSpPr>
          <p:nvPr>
            <p:ph sz="quarter" idx="15"/>
            <p:custDataLst>
              <p:tags r:id="rId2"/>
            </p:custDataLst>
          </p:nvPr>
        </p:nvSpPr>
        <p:spPr>
          <a:xfrm>
            <a:off x="472440" y="4460240"/>
            <a:ext cx="11247120" cy="1737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4">
            <a:extLst>
              <a:ext uri="{FF2B5EF4-FFF2-40B4-BE49-F238E27FC236}">
                <a16:creationId xmlns:a16="http://schemas.microsoft.com/office/drawing/2014/main" id="{3BAF180E-0721-3ACB-A5AB-177FAE9C205B}"/>
              </a:ext>
            </a:extLst>
          </p:cNvPr>
          <p:cNvSpPr>
            <a:spLocks noGrp="1"/>
          </p:cNvSpPr>
          <p:nvPr>
            <p:ph sz="quarter" idx="40" hasCustomPrompt="1"/>
            <p:custDataLst>
              <p:tags r:id="rId3"/>
            </p:custDataLst>
          </p:nvPr>
        </p:nvSpPr>
        <p:spPr>
          <a:xfrm>
            <a:off x="472440" y="4341876"/>
            <a:ext cx="11247120" cy="91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bIns="54864" anchor="b" anchorCtr="0">
            <a:noAutofit/>
          </a:bodyPr>
          <a:lstStyle>
            <a:lvl1pPr marL="0" indent="0" algn="ct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sp>
        <p:nvSpPr>
          <p:cNvPr id="13" name="Content Placeholder 14">
            <a:extLst>
              <a:ext uri="{FF2B5EF4-FFF2-40B4-BE49-F238E27FC236}">
                <a16:creationId xmlns:a16="http://schemas.microsoft.com/office/drawing/2014/main" id="{68F9CC1A-1BBA-AB2C-1629-7A083C88779E}"/>
              </a:ext>
            </a:extLst>
          </p:cNvPr>
          <p:cNvSpPr>
            <a:spLocks noGrp="1"/>
          </p:cNvSpPr>
          <p:nvPr>
            <p:ph sz="quarter" idx="46" hasCustomPrompt="1"/>
            <p:custDataLst>
              <p:tags r:id="rId4"/>
            </p:custDataLst>
          </p:nvPr>
        </p:nvSpPr>
        <p:spPr>
          <a:xfrm>
            <a:off x="472440" y="1865376"/>
            <a:ext cx="11247120" cy="9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bIns="54864" anchor="b" anchorCtr="0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sp>
        <p:nvSpPr>
          <p:cNvPr id="15" name="Content Placeholder 12">
            <a:extLst>
              <a:ext uri="{FF2B5EF4-FFF2-40B4-BE49-F238E27FC236}">
                <a16:creationId xmlns:a16="http://schemas.microsoft.com/office/drawing/2014/main" id="{67CB9D8E-12F3-1136-9B76-49D9A997C235}"/>
              </a:ext>
            </a:extLst>
          </p:cNvPr>
          <p:cNvSpPr>
            <a:spLocks noGrp="1"/>
          </p:cNvSpPr>
          <p:nvPr>
            <p:ph sz="quarter" idx="38"/>
            <p:custDataLst>
              <p:tags r:id="rId5"/>
            </p:custDataLst>
          </p:nvPr>
        </p:nvSpPr>
        <p:spPr>
          <a:xfrm>
            <a:off x="472440" y="1983740"/>
            <a:ext cx="11247120" cy="1737360"/>
          </a:xfrm>
          <a:prstGeom prst="rect">
            <a:avLst/>
          </a:prstGeom>
          <a:noFill/>
          <a:effectLst/>
        </p:spPr>
        <p:txBody>
          <a:bodyPr anchor="t">
            <a:noAutofit/>
          </a:bodyPr>
          <a:lstStyle>
            <a:lvl1pPr>
              <a:spcBef>
                <a:spcPts val="1000"/>
              </a:spcBef>
              <a:buClr>
                <a:schemeClr val="bg1"/>
              </a:buClr>
              <a:defRPr sz="1200">
                <a:solidFill>
                  <a:schemeClr val="bg1"/>
                </a:solidFill>
              </a:defRPr>
            </a:lvl1pPr>
            <a:lvl2pPr>
              <a:spcBef>
                <a:spcPts val="500"/>
              </a:spcBef>
              <a:buClr>
                <a:schemeClr val="bg1"/>
              </a:buClr>
              <a:defRPr sz="1200">
                <a:solidFill>
                  <a:schemeClr val="bg1"/>
                </a:solidFill>
              </a:defRPr>
            </a:lvl2pPr>
            <a:lvl3pPr>
              <a:spcBef>
                <a:spcPts val="500"/>
              </a:spcBef>
              <a:buClr>
                <a:schemeClr val="bg1"/>
              </a:buClr>
              <a:defRPr sz="12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569384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B_2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D694-EEFF-0974-912C-22358B10A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5302AE-5A7F-0710-9E3A-9FD47AF34C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D88DD-11C6-7ADC-FDA8-D84B02AEE6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A2BB6D-D019-4321-8BA6-59299BECB9D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5E014C32-3A65-FF08-8EAC-12223E9DB217}"/>
              </a:ext>
            </a:extLst>
          </p:cNvPr>
          <p:cNvSpPr>
            <a:spLocks noGrp="1"/>
          </p:cNvSpPr>
          <p:nvPr>
            <p:ph type="body" sz="quarter" idx="12"/>
            <p:custDataLst>
              <p:tags r:id="rId1"/>
            </p:custDataLst>
          </p:nvPr>
        </p:nvSpPr>
        <p:spPr>
          <a:xfrm>
            <a:off x="472440" y="781051"/>
            <a:ext cx="11247120" cy="476249"/>
          </a:xfrm>
          <a:prstGeom prst="rect">
            <a:avLst/>
          </a:prstGeom>
        </p:spPr>
        <p:txBody>
          <a:bodyPr wrap="square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600" b="0" i="0" kern="1200" baseline="0" dirty="0" smtClean="0">
                <a:solidFill>
                  <a:schemeClr val="accent2"/>
                </a:solidFill>
                <a:latin typeface="+mj-lt"/>
                <a:ea typeface="ＭＳ Ｐゴシック" pitchFamily="29" charset="-128"/>
                <a:cs typeface="Times New Roman"/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marL="0" lvl="0" indent="0" algn="l" defTabSz="914164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935CEDE-E7E2-5CB6-BF9A-3205C9BEF06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33160" y="1983740"/>
            <a:ext cx="5486400" cy="4206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139B93C8-7D53-9C5A-4A01-DBCAE617055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2440" y="1983740"/>
            <a:ext cx="5486400" cy="4206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4">
            <a:extLst>
              <a:ext uri="{FF2B5EF4-FFF2-40B4-BE49-F238E27FC236}">
                <a16:creationId xmlns:a16="http://schemas.microsoft.com/office/drawing/2014/main" id="{8E7122DF-BB1F-1C7E-11BE-367D8B9DA29D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472440" y="1865376"/>
            <a:ext cx="5486400" cy="91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bIns="54864" anchor="b" anchorCtr="0">
            <a:noAutofit/>
          </a:bodyPr>
          <a:lstStyle>
            <a:lvl1pPr marL="0" indent="0" algn="ct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sp>
        <p:nvSpPr>
          <p:cNvPr id="13" name="Content Placeholder 14">
            <a:extLst>
              <a:ext uri="{FF2B5EF4-FFF2-40B4-BE49-F238E27FC236}">
                <a16:creationId xmlns:a16="http://schemas.microsoft.com/office/drawing/2014/main" id="{384A4D4D-EAEE-E4DA-27B4-6186F78A8F5E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6233160" y="1865376"/>
            <a:ext cx="5486400" cy="91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bIns="54864" anchor="b" anchorCtr="0">
            <a:noAutofit/>
          </a:bodyPr>
          <a:lstStyle>
            <a:lvl1pPr marL="0" indent="0" algn="ct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</p:spTree>
    <p:extLst>
      <p:ext uri="{BB962C8B-B14F-4D97-AF65-F5344CB8AC3E}">
        <p14:creationId xmlns:p14="http://schemas.microsoft.com/office/powerpoint/2010/main" val="9830302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B_2-up l/Color-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5762951-D50C-EC49-7108-07CFEE68D762}"/>
              </a:ext>
            </a:extLst>
          </p:cNvPr>
          <p:cNvSpPr/>
          <p:nvPr userDrawn="1"/>
        </p:nvSpPr>
        <p:spPr>
          <a:xfrm>
            <a:off x="6102096" y="0"/>
            <a:ext cx="6089904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9ED694-EEFF-0974-912C-22358B10A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301752"/>
            <a:ext cx="5486400" cy="42976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5302AE-5A7F-0710-9E3A-9FD47AF34C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72440" y="6404786"/>
            <a:ext cx="5486400" cy="37701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D88DD-11C6-7ADC-FDA8-D84B02AEE6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5A2BB6D-D019-4321-8BA6-59299BECB9D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5E014C32-3A65-FF08-8EAC-12223E9DB217}"/>
              </a:ext>
            </a:extLst>
          </p:cNvPr>
          <p:cNvSpPr>
            <a:spLocks noGrp="1"/>
          </p:cNvSpPr>
          <p:nvPr>
            <p:ph type="body" sz="quarter" idx="12"/>
            <p:custDataLst>
              <p:tags r:id="rId1"/>
            </p:custDataLst>
          </p:nvPr>
        </p:nvSpPr>
        <p:spPr>
          <a:xfrm>
            <a:off x="472440" y="781051"/>
            <a:ext cx="5486400" cy="476249"/>
          </a:xfrm>
          <a:prstGeom prst="rect">
            <a:avLst/>
          </a:prstGeom>
        </p:spPr>
        <p:txBody>
          <a:bodyPr wrap="square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600" b="0" i="0" kern="1200" baseline="0" dirty="0" smtClean="0">
                <a:solidFill>
                  <a:schemeClr val="accent2"/>
                </a:solidFill>
                <a:latin typeface="+mj-lt"/>
                <a:ea typeface="ＭＳ Ｐゴシック" pitchFamily="29" charset="-128"/>
                <a:cs typeface="Times New Roman"/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marL="0" lvl="0" indent="0" algn="l" defTabSz="914164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139B93C8-7D53-9C5A-4A01-DBCAE617055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2440" y="1983740"/>
            <a:ext cx="5486400" cy="42062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4">
            <a:extLst>
              <a:ext uri="{FF2B5EF4-FFF2-40B4-BE49-F238E27FC236}">
                <a16:creationId xmlns:a16="http://schemas.microsoft.com/office/drawing/2014/main" id="{8E7122DF-BB1F-1C7E-11BE-367D8B9DA29D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472440" y="1865376"/>
            <a:ext cx="5486400" cy="91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bIns="54864" anchor="b" anchorCtr="0">
            <a:noAutofit/>
          </a:bodyPr>
          <a:lstStyle>
            <a:lvl1pPr marL="0" indent="0" algn="ct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sp>
        <p:nvSpPr>
          <p:cNvPr id="13" name="Content Placeholder 14">
            <a:extLst>
              <a:ext uri="{FF2B5EF4-FFF2-40B4-BE49-F238E27FC236}">
                <a16:creationId xmlns:a16="http://schemas.microsoft.com/office/drawing/2014/main" id="{384A4D4D-EAEE-E4DA-27B4-6186F78A8F5E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6233160" y="1865376"/>
            <a:ext cx="5486400" cy="9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bIns="54864" anchor="b" anchorCtr="0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914311A-939F-26F5-EFB0-5781E7774484}"/>
              </a:ext>
            </a:extLst>
          </p:cNvPr>
          <p:cNvCxnSpPr>
            <a:cxnSpLocks/>
          </p:cNvCxnSpPr>
          <p:nvPr userDrawn="1"/>
        </p:nvCxnSpPr>
        <p:spPr>
          <a:xfrm rot="1380000">
            <a:off x="11429490" y="6466691"/>
            <a:ext cx="0" cy="268268"/>
          </a:xfrm>
          <a:prstGeom prst="line">
            <a:avLst/>
          </a:prstGeom>
          <a:ln w="9525">
            <a:solidFill>
              <a:schemeClr val="bg2"/>
            </a:solidFill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66">
            <a:extLst>
              <a:ext uri="{FF2B5EF4-FFF2-40B4-BE49-F238E27FC236}">
                <a16:creationId xmlns:a16="http://schemas.microsoft.com/office/drawing/2014/main" id="{7F856F56-F632-CB44-C098-F321370D83A3}"/>
              </a:ext>
            </a:extLst>
          </p:cNvPr>
          <p:cNvSpPr txBox="1">
            <a:spLocks/>
          </p:cNvSpPr>
          <p:nvPr userDrawn="1">
            <p:custDataLst>
              <p:tags r:id="rId2"/>
            </p:custDataLst>
          </p:nvPr>
        </p:nvSpPr>
        <p:spPr>
          <a:xfrm>
            <a:off x="8150225" y="6527800"/>
            <a:ext cx="205343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164" rtl="0" eaLnBrk="1" latinLnBrk="0" hangingPunct="1">
              <a:defRPr sz="11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081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164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247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330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412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493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576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658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0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CLIENT    </a:t>
            </a:r>
            <a:endParaRPr lang="en-US" sz="1000" b="0">
              <a:solidFill>
                <a:schemeClr val="bg2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4ECAE76-3186-5FC2-FECF-CF21C8C3A863}"/>
              </a:ext>
            </a:extLst>
          </p:cNvPr>
          <p:cNvCxnSpPr>
            <a:cxnSpLocks/>
          </p:cNvCxnSpPr>
          <p:nvPr userDrawn="1"/>
        </p:nvCxnSpPr>
        <p:spPr>
          <a:xfrm rot="1380000">
            <a:off x="10211232" y="6466691"/>
            <a:ext cx="0" cy="268268"/>
          </a:xfrm>
          <a:prstGeom prst="line">
            <a:avLst/>
          </a:prstGeom>
          <a:ln w="9525">
            <a:solidFill>
              <a:schemeClr val="bg2"/>
            </a:solidFill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phic 13">
            <a:extLst>
              <a:ext uri="{FF2B5EF4-FFF2-40B4-BE49-F238E27FC236}">
                <a16:creationId xmlns:a16="http://schemas.microsoft.com/office/drawing/2014/main" id="{E9122945-065C-1120-7D9A-0F4AB958D721}"/>
              </a:ext>
            </a:extLst>
          </p:cNvPr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06418" y="6507423"/>
            <a:ext cx="1043527" cy="186804"/>
          </a:xfrm>
          <a:prstGeom prst="rect">
            <a:avLst/>
          </a:prstGeom>
        </p:spPr>
      </p:pic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F944E9DD-8C32-C4E3-7356-46C22E22197E}"/>
              </a:ext>
            </a:extLst>
          </p:cNvPr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233160" y="1983740"/>
            <a:ext cx="5486400" cy="420624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75227B-72C3-B50C-2150-7E7E1B5B8417}"/>
              </a:ext>
            </a:extLst>
          </p:cNvPr>
          <p:cNvCxnSpPr>
            <a:cxnSpLocks/>
          </p:cNvCxnSpPr>
          <p:nvPr userDrawn="1"/>
        </p:nvCxnSpPr>
        <p:spPr>
          <a:xfrm>
            <a:off x="6102096" y="6297637"/>
            <a:ext cx="6089904" cy="0"/>
          </a:xfrm>
          <a:prstGeom prst="line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725165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B_2-up r/Color-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5762951-D50C-EC49-7108-07CFEE68D762}"/>
              </a:ext>
            </a:extLst>
          </p:cNvPr>
          <p:cNvSpPr/>
          <p:nvPr userDrawn="1"/>
        </p:nvSpPr>
        <p:spPr>
          <a:xfrm>
            <a:off x="0" y="0"/>
            <a:ext cx="6089904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9ED694-EEFF-0974-912C-22358B10A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301752"/>
            <a:ext cx="5486400" cy="42976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5302AE-5A7F-0710-9E3A-9FD47AF34C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72440" y="6404786"/>
            <a:ext cx="5486400" cy="3770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D88DD-11C6-7ADC-FDA8-D84B02AEE6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A2BB6D-D019-4321-8BA6-59299BECB9D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5E014C32-3A65-FF08-8EAC-12223E9DB217}"/>
              </a:ext>
            </a:extLst>
          </p:cNvPr>
          <p:cNvSpPr>
            <a:spLocks noGrp="1"/>
          </p:cNvSpPr>
          <p:nvPr>
            <p:ph type="body" sz="quarter" idx="12"/>
            <p:custDataLst>
              <p:tags r:id="rId1"/>
            </p:custDataLst>
          </p:nvPr>
        </p:nvSpPr>
        <p:spPr>
          <a:xfrm>
            <a:off x="472440" y="781051"/>
            <a:ext cx="5486400" cy="476249"/>
          </a:xfrm>
          <a:prstGeom prst="rect">
            <a:avLst/>
          </a:prstGeom>
        </p:spPr>
        <p:txBody>
          <a:bodyPr wrap="square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600" b="0" i="0" kern="1200" baseline="0" dirty="0" smtClean="0">
                <a:solidFill>
                  <a:schemeClr val="bg1"/>
                </a:solidFill>
                <a:latin typeface="+mj-lt"/>
                <a:ea typeface="ＭＳ Ｐゴシック" pitchFamily="29" charset="-128"/>
                <a:cs typeface="Times New Roman"/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marL="0" lvl="0" indent="0" algn="l" defTabSz="914164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935CEDE-E7E2-5CB6-BF9A-3205C9BEF06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33160" y="1983740"/>
            <a:ext cx="5486400" cy="4206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4">
            <a:extLst>
              <a:ext uri="{FF2B5EF4-FFF2-40B4-BE49-F238E27FC236}">
                <a16:creationId xmlns:a16="http://schemas.microsoft.com/office/drawing/2014/main" id="{8E7122DF-BB1F-1C7E-11BE-367D8B9DA29D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472440" y="1865376"/>
            <a:ext cx="5486400" cy="91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bIns="54864" anchor="b" anchorCtr="0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sp>
        <p:nvSpPr>
          <p:cNvPr id="13" name="Content Placeholder 14">
            <a:extLst>
              <a:ext uri="{FF2B5EF4-FFF2-40B4-BE49-F238E27FC236}">
                <a16:creationId xmlns:a16="http://schemas.microsoft.com/office/drawing/2014/main" id="{384A4D4D-EAEE-E4DA-27B4-6186F78A8F5E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6233160" y="1865376"/>
            <a:ext cx="5486400" cy="91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bIns="54864" anchor="b" anchorCtr="0">
            <a:noAutofit/>
          </a:bodyPr>
          <a:lstStyle>
            <a:lvl1pPr marL="0" indent="0" algn="ct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3BA31181-33F5-5004-B907-566CA8545A03}"/>
              </a:ext>
            </a:extLst>
          </p:cNvPr>
          <p:cNvSpPr>
            <a:spLocks noGrp="1"/>
          </p:cNvSpPr>
          <p:nvPr>
            <p:ph sz="quarter" idx="43"/>
            <p:custDataLst>
              <p:tags r:id="rId2"/>
            </p:custDataLst>
          </p:nvPr>
        </p:nvSpPr>
        <p:spPr>
          <a:xfrm>
            <a:off x="472440" y="1983740"/>
            <a:ext cx="5486400" cy="420624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15">
            <a:extLst>
              <a:ext uri="{FF2B5EF4-FFF2-40B4-BE49-F238E27FC236}">
                <a16:creationId xmlns:a16="http://schemas.microsoft.com/office/drawing/2014/main" id="{E4BADBF2-51F5-91A1-60F5-058BD125500E}"/>
              </a:ext>
            </a:extLst>
          </p:cNvPr>
          <p:cNvSpPr/>
          <p:nvPr userDrawn="1"/>
        </p:nvSpPr>
        <p:spPr>
          <a:xfrm flipH="1" flipV="1">
            <a:off x="0" y="301752"/>
            <a:ext cx="347133" cy="802892"/>
          </a:xfrm>
          <a:custGeom>
            <a:avLst/>
            <a:gdLst>
              <a:gd name="connsiteX0" fmla="*/ 0 w 2965076"/>
              <a:gd name="connsiteY0" fmla="*/ 0 h 6857999"/>
              <a:gd name="connsiteX1" fmla="*/ 2965076 w 2965076"/>
              <a:gd name="connsiteY1" fmla="*/ 0 h 6857999"/>
              <a:gd name="connsiteX2" fmla="*/ 2965076 w 2965076"/>
              <a:gd name="connsiteY2" fmla="*/ 6857999 h 6857999"/>
              <a:gd name="connsiteX3" fmla="*/ 0 w 2965076"/>
              <a:gd name="connsiteY3" fmla="*/ 6857999 h 6857999"/>
              <a:gd name="connsiteX4" fmla="*/ 0 w 2965076"/>
              <a:gd name="connsiteY4" fmla="*/ 0 h 6857999"/>
              <a:gd name="connsiteX0" fmla="*/ 0 w 2965076"/>
              <a:gd name="connsiteY0" fmla="*/ 6857999 h 6857999"/>
              <a:gd name="connsiteX1" fmla="*/ 2965076 w 2965076"/>
              <a:gd name="connsiteY1" fmla="*/ 0 h 6857999"/>
              <a:gd name="connsiteX2" fmla="*/ 2965076 w 2965076"/>
              <a:gd name="connsiteY2" fmla="*/ 6857999 h 6857999"/>
              <a:gd name="connsiteX3" fmla="*/ 0 w 2965076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5076" h="6857999">
                <a:moveTo>
                  <a:pt x="0" y="6857999"/>
                </a:moveTo>
                <a:lnTo>
                  <a:pt x="2965076" y="0"/>
                </a:lnTo>
                <a:lnTo>
                  <a:pt x="2965076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F984E7-E6D7-B454-4309-21EE1D91DAC4}"/>
              </a:ext>
            </a:extLst>
          </p:cNvPr>
          <p:cNvCxnSpPr>
            <a:cxnSpLocks/>
          </p:cNvCxnSpPr>
          <p:nvPr userDrawn="1"/>
        </p:nvCxnSpPr>
        <p:spPr>
          <a:xfrm>
            <a:off x="1524" y="6297637"/>
            <a:ext cx="6089904" cy="0"/>
          </a:xfrm>
          <a:prstGeom prst="line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739982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B_4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D694-EEFF-0974-912C-22358B10A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5302AE-5A7F-0710-9E3A-9FD47AF34C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D88DD-11C6-7ADC-FDA8-D84B02AEE6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A2BB6D-D019-4321-8BA6-59299BECB9D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5E014C32-3A65-FF08-8EAC-12223E9DB217}"/>
              </a:ext>
            </a:extLst>
          </p:cNvPr>
          <p:cNvSpPr>
            <a:spLocks noGrp="1"/>
          </p:cNvSpPr>
          <p:nvPr>
            <p:ph type="body" sz="quarter" idx="12"/>
            <p:custDataLst>
              <p:tags r:id="rId1"/>
            </p:custDataLst>
          </p:nvPr>
        </p:nvSpPr>
        <p:spPr>
          <a:xfrm>
            <a:off x="472440" y="781051"/>
            <a:ext cx="11247120" cy="476249"/>
          </a:xfrm>
          <a:prstGeom prst="rect">
            <a:avLst/>
          </a:prstGeom>
        </p:spPr>
        <p:txBody>
          <a:bodyPr wrap="square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600" b="0" i="0" kern="1200" baseline="0" dirty="0" smtClean="0">
                <a:solidFill>
                  <a:schemeClr val="accent2"/>
                </a:solidFill>
                <a:latin typeface="+mj-lt"/>
                <a:ea typeface="ＭＳ Ｐゴシック" pitchFamily="29" charset="-128"/>
                <a:cs typeface="Times New Roman"/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marL="0" lvl="0" indent="0" algn="l" defTabSz="914164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2CA66DF0-E5F6-E51E-090D-6ED8ECD8D64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33160" y="1983740"/>
            <a:ext cx="5486400" cy="1737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139B93C8-7D53-9C5A-4A01-DBCAE617055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2440" y="1983740"/>
            <a:ext cx="5486400" cy="1737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4">
            <a:extLst>
              <a:ext uri="{FF2B5EF4-FFF2-40B4-BE49-F238E27FC236}">
                <a16:creationId xmlns:a16="http://schemas.microsoft.com/office/drawing/2014/main" id="{8E7122DF-BB1F-1C7E-11BE-367D8B9DA29D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472440" y="1865376"/>
            <a:ext cx="5486400" cy="91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bIns="54864" anchor="b" anchorCtr="0">
            <a:noAutofit/>
          </a:bodyPr>
          <a:lstStyle>
            <a:lvl1pPr marL="0" indent="0" algn="ct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sp>
        <p:nvSpPr>
          <p:cNvPr id="12" name="Content Placeholder 14">
            <a:extLst>
              <a:ext uri="{FF2B5EF4-FFF2-40B4-BE49-F238E27FC236}">
                <a16:creationId xmlns:a16="http://schemas.microsoft.com/office/drawing/2014/main" id="{CBF5EBF8-D6DC-B400-D6F8-F14EB2CD7841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6233160" y="1865376"/>
            <a:ext cx="5486400" cy="91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bIns="54864" anchor="b" anchorCtr="0">
            <a:noAutofit/>
          </a:bodyPr>
          <a:lstStyle>
            <a:lvl1pPr marL="0" indent="0" algn="ct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38E68860-FD4C-828E-441A-C2FDFA6E5E52}"/>
              </a:ext>
            </a:extLst>
          </p:cNvPr>
          <p:cNvSpPr>
            <a:spLocks noGrp="1"/>
          </p:cNvSpPr>
          <p:nvPr>
            <p:ph sz="quarter" idx="44"/>
          </p:nvPr>
        </p:nvSpPr>
        <p:spPr>
          <a:xfrm>
            <a:off x="6233160" y="4460240"/>
            <a:ext cx="5486400" cy="1737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3EA4C257-CB57-CA6A-D4A1-EB0270F4E07F}"/>
              </a:ext>
            </a:extLst>
          </p:cNvPr>
          <p:cNvSpPr>
            <a:spLocks noGrp="1"/>
          </p:cNvSpPr>
          <p:nvPr>
            <p:ph sz="quarter" idx="45"/>
          </p:nvPr>
        </p:nvSpPr>
        <p:spPr>
          <a:xfrm>
            <a:off x="472440" y="4460240"/>
            <a:ext cx="5486400" cy="1737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0221DD0F-3FF9-7BBE-3A45-9094129CB04C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472440" y="4341876"/>
            <a:ext cx="5486400" cy="91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bIns="54864" anchor="b" anchorCtr="0">
            <a:noAutofit/>
          </a:bodyPr>
          <a:lstStyle>
            <a:lvl1pPr marL="0" indent="0" algn="ct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sp>
        <p:nvSpPr>
          <p:cNvPr id="16" name="Content Placeholder 14">
            <a:extLst>
              <a:ext uri="{FF2B5EF4-FFF2-40B4-BE49-F238E27FC236}">
                <a16:creationId xmlns:a16="http://schemas.microsoft.com/office/drawing/2014/main" id="{A194178A-FFC2-36BA-9E77-043EC6454306}"/>
              </a:ext>
            </a:extLst>
          </p:cNvPr>
          <p:cNvSpPr>
            <a:spLocks noGrp="1"/>
          </p:cNvSpPr>
          <p:nvPr>
            <p:ph sz="quarter" idx="47" hasCustomPrompt="1"/>
          </p:nvPr>
        </p:nvSpPr>
        <p:spPr>
          <a:xfrm>
            <a:off x="6233160" y="4341876"/>
            <a:ext cx="5486400" cy="91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bIns="54864" anchor="b" anchorCtr="0">
            <a:noAutofit/>
          </a:bodyPr>
          <a:lstStyle>
            <a:lvl1pPr marL="0" indent="0" algn="ct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</p:spTree>
    <p:extLst>
      <p:ext uri="{BB962C8B-B14F-4D97-AF65-F5344CB8AC3E}">
        <p14:creationId xmlns:p14="http://schemas.microsoft.com/office/powerpoint/2010/main" val="193966335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B_2-V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44E00-5B53-2880-98F0-152900302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09AFAB-C602-DB82-0A7E-CA153C89F7A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67FC1-EA83-9374-17AD-28BA2BA6AA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A2BB6D-D019-4321-8BA6-59299BECB9D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12">
            <a:extLst>
              <a:ext uri="{FF2B5EF4-FFF2-40B4-BE49-F238E27FC236}">
                <a16:creationId xmlns:a16="http://schemas.microsoft.com/office/drawing/2014/main" id="{639A4F67-3483-9618-BDCF-2F1DE263972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2118360" y="1435608"/>
            <a:ext cx="9601200" cy="2240280"/>
          </a:xfrm>
          <a:prstGeom prst="roundRect">
            <a:avLst>
              <a:gd name="adj" fmla="val 9864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defRPr sz="1200"/>
            </a:lvl1pPr>
            <a:lvl2pPr>
              <a:spcBef>
                <a:spcPts val="500"/>
              </a:spcBef>
              <a:buClr>
                <a:schemeClr val="accent1"/>
              </a:buClr>
              <a:defRPr sz="1200"/>
            </a:lvl2pPr>
            <a:lvl3pPr>
              <a:spcBef>
                <a:spcPts val="500"/>
              </a:spcBef>
              <a:buClr>
                <a:schemeClr val="accent1"/>
              </a:buCl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14">
            <a:extLst>
              <a:ext uri="{FF2B5EF4-FFF2-40B4-BE49-F238E27FC236}">
                <a16:creationId xmlns:a16="http://schemas.microsoft.com/office/drawing/2014/main" id="{8B9DE24B-A08F-2C8B-712C-E30B52434156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1801368" y="1435608"/>
            <a:ext cx="9144" cy="2240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rIns="91440" anchor="ctr" anchorCtr="0">
            <a:normAutofit/>
          </a:bodyPr>
          <a:lstStyle>
            <a:lvl1pPr marL="0" indent="0" algn="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sp>
        <p:nvSpPr>
          <p:cNvPr id="8" name="Content Placeholder 14">
            <a:extLst>
              <a:ext uri="{FF2B5EF4-FFF2-40B4-BE49-F238E27FC236}">
                <a16:creationId xmlns:a16="http://schemas.microsoft.com/office/drawing/2014/main" id="{8BD6B129-50ED-D3A4-6A3B-92EC53FFE6C3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1801368" y="3957320"/>
            <a:ext cx="9144" cy="2240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rIns="91440" anchor="ctr" anchorCtr="0">
            <a:normAutofit/>
          </a:bodyPr>
          <a:lstStyle>
            <a:lvl1pPr marL="0" indent="0" algn="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D6401FFF-7818-19D2-CCB6-18585E46A8CD}"/>
              </a:ext>
            </a:extLst>
          </p:cNvPr>
          <p:cNvSpPr>
            <a:spLocks noGrp="1"/>
          </p:cNvSpPr>
          <p:nvPr>
            <p:ph type="body" sz="quarter" idx="12"/>
            <p:custDataLst>
              <p:tags r:id="rId1"/>
            </p:custDataLst>
          </p:nvPr>
        </p:nvSpPr>
        <p:spPr>
          <a:xfrm>
            <a:off x="472440" y="781051"/>
            <a:ext cx="11247120" cy="476249"/>
          </a:xfrm>
          <a:prstGeom prst="rect">
            <a:avLst/>
          </a:prstGeom>
        </p:spPr>
        <p:txBody>
          <a:bodyPr wrap="square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600" b="0" i="0" kern="1200" baseline="0" dirty="0" smtClean="0">
                <a:solidFill>
                  <a:schemeClr val="accent2"/>
                </a:solidFill>
                <a:latin typeface="+mj-lt"/>
                <a:ea typeface="ＭＳ Ｐゴシック" pitchFamily="29" charset="-128"/>
                <a:cs typeface="Times New Roman"/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marL="0" lvl="0" indent="0" algn="l" defTabSz="914164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92E2194D-2CFE-DB74-3FD8-0A8BC7ACB518}"/>
              </a:ext>
            </a:extLst>
          </p:cNvPr>
          <p:cNvSpPr>
            <a:spLocks noGrp="1"/>
          </p:cNvSpPr>
          <p:nvPr>
            <p:ph sz="quarter" idx="38"/>
            <p:custDataLst>
              <p:tags r:id="rId2"/>
            </p:custDataLst>
          </p:nvPr>
        </p:nvSpPr>
        <p:spPr>
          <a:xfrm>
            <a:off x="2118360" y="3957320"/>
            <a:ext cx="9601200" cy="2240280"/>
          </a:xfrm>
          <a:prstGeom prst="roundRect">
            <a:avLst>
              <a:gd name="adj" fmla="val 9864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defRPr sz="1200"/>
            </a:lvl1pPr>
            <a:lvl2pPr>
              <a:spcBef>
                <a:spcPts val="500"/>
              </a:spcBef>
              <a:buClr>
                <a:schemeClr val="accent1"/>
              </a:buClr>
              <a:defRPr sz="1200"/>
            </a:lvl2pPr>
            <a:lvl3pPr>
              <a:spcBef>
                <a:spcPts val="500"/>
              </a:spcBef>
              <a:buClr>
                <a:schemeClr val="accent1"/>
              </a:buCl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8325714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B_2-Vert b/Color-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0142907-B571-6178-63EE-893961CCB87A}"/>
              </a:ext>
            </a:extLst>
          </p:cNvPr>
          <p:cNvSpPr/>
          <p:nvPr userDrawn="1"/>
        </p:nvSpPr>
        <p:spPr>
          <a:xfrm>
            <a:off x="-2" y="3810000"/>
            <a:ext cx="12192002" cy="304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044E00-5B53-2880-98F0-152900302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09AFAB-C602-DB82-0A7E-CA153C89F7A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67FC1-EA83-9374-17AD-28BA2BA6AA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5A2BB6D-D019-4321-8BA6-59299BECB9D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14">
            <a:extLst>
              <a:ext uri="{FF2B5EF4-FFF2-40B4-BE49-F238E27FC236}">
                <a16:creationId xmlns:a16="http://schemas.microsoft.com/office/drawing/2014/main" id="{8B9DE24B-A08F-2C8B-712C-E30B52434156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1801368" y="1435608"/>
            <a:ext cx="9144" cy="2240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rIns="91440" anchor="ctr" anchorCtr="0">
            <a:normAutofit/>
          </a:bodyPr>
          <a:lstStyle>
            <a:lvl1pPr marL="0" indent="0" algn="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sp>
        <p:nvSpPr>
          <p:cNvPr id="8" name="Content Placeholder 14">
            <a:extLst>
              <a:ext uri="{FF2B5EF4-FFF2-40B4-BE49-F238E27FC236}">
                <a16:creationId xmlns:a16="http://schemas.microsoft.com/office/drawing/2014/main" id="{8BD6B129-50ED-D3A4-6A3B-92EC53FFE6C3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1801368" y="3957320"/>
            <a:ext cx="9144" cy="22402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rIns="91440" anchor="ctr" anchorCtr="0">
            <a:normAutofit/>
          </a:bodyPr>
          <a:lstStyle>
            <a:lvl1pPr marL="0" indent="0" algn="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E07EC10-6FA0-6BFD-DCB0-AB97B23F99C6}"/>
              </a:ext>
            </a:extLst>
          </p:cNvPr>
          <p:cNvCxnSpPr>
            <a:cxnSpLocks/>
          </p:cNvCxnSpPr>
          <p:nvPr userDrawn="1"/>
        </p:nvCxnSpPr>
        <p:spPr>
          <a:xfrm rot="1380000">
            <a:off x="11429490" y="6466691"/>
            <a:ext cx="0" cy="268268"/>
          </a:xfrm>
          <a:prstGeom prst="line">
            <a:avLst/>
          </a:prstGeom>
          <a:ln w="9525">
            <a:solidFill>
              <a:schemeClr val="bg2"/>
            </a:solidFill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66">
            <a:extLst>
              <a:ext uri="{FF2B5EF4-FFF2-40B4-BE49-F238E27FC236}">
                <a16:creationId xmlns:a16="http://schemas.microsoft.com/office/drawing/2014/main" id="{08CFB097-CA94-329C-F6CA-C3319DDEC984}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>
          <a:xfrm>
            <a:off x="8150225" y="6527800"/>
            <a:ext cx="205343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164" rtl="0" eaLnBrk="1" latinLnBrk="0" hangingPunct="1">
              <a:defRPr sz="11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081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164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247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330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412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493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576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658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0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CLIENT    </a:t>
            </a:r>
            <a:endParaRPr lang="en-US" sz="1000" b="0">
              <a:solidFill>
                <a:schemeClr val="bg2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6D9DBF5-940F-D66E-1D92-896755A68985}"/>
              </a:ext>
            </a:extLst>
          </p:cNvPr>
          <p:cNvCxnSpPr>
            <a:cxnSpLocks/>
          </p:cNvCxnSpPr>
          <p:nvPr userDrawn="1"/>
        </p:nvCxnSpPr>
        <p:spPr>
          <a:xfrm rot="1380000">
            <a:off x="10211232" y="6466691"/>
            <a:ext cx="0" cy="268268"/>
          </a:xfrm>
          <a:prstGeom prst="line">
            <a:avLst/>
          </a:prstGeom>
          <a:ln w="9525">
            <a:solidFill>
              <a:schemeClr val="bg2"/>
            </a:solidFill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AFD45527-FC2D-66A3-4F16-59722828EF5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06418" y="6507423"/>
            <a:ext cx="1043527" cy="186804"/>
          </a:xfrm>
          <a:prstGeom prst="rect">
            <a:avLst/>
          </a:prstGeom>
        </p:spPr>
      </p:pic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FB4554C-6F8A-6B74-CCD5-934969B79EEA}"/>
              </a:ext>
            </a:extLst>
          </p:cNvPr>
          <p:cNvSpPr>
            <a:spLocks noGrp="1"/>
          </p:cNvSpPr>
          <p:nvPr>
            <p:ph type="body" sz="quarter" idx="12"/>
            <p:custDataLst>
              <p:tags r:id="rId3"/>
            </p:custDataLst>
          </p:nvPr>
        </p:nvSpPr>
        <p:spPr>
          <a:xfrm>
            <a:off x="472440" y="781051"/>
            <a:ext cx="11247120" cy="476249"/>
          </a:xfrm>
          <a:prstGeom prst="rect">
            <a:avLst/>
          </a:prstGeom>
        </p:spPr>
        <p:txBody>
          <a:bodyPr wrap="square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600" b="0" i="0" kern="1200" baseline="0" dirty="0" smtClean="0">
                <a:solidFill>
                  <a:schemeClr val="accent2"/>
                </a:solidFill>
                <a:latin typeface="+mj-lt"/>
                <a:ea typeface="ＭＳ Ｐゴシック" pitchFamily="29" charset="-128"/>
                <a:cs typeface="Times New Roman"/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marL="0" lvl="0" indent="0" algn="l" defTabSz="914164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Content Placeholder 12">
            <a:extLst>
              <a:ext uri="{FF2B5EF4-FFF2-40B4-BE49-F238E27FC236}">
                <a16:creationId xmlns:a16="http://schemas.microsoft.com/office/drawing/2014/main" id="{CC72DDA7-0E65-0911-9CB4-3DC9B651591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2118360" y="1435608"/>
            <a:ext cx="9601200" cy="2240280"/>
          </a:xfrm>
          <a:prstGeom prst="roundRect">
            <a:avLst>
              <a:gd name="adj" fmla="val 9864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defRPr sz="1200"/>
            </a:lvl1pPr>
            <a:lvl2pPr>
              <a:spcBef>
                <a:spcPts val="500"/>
              </a:spcBef>
              <a:buClr>
                <a:schemeClr val="accent1"/>
              </a:buClr>
              <a:defRPr sz="1200"/>
            </a:lvl2pPr>
            <a:lvl3pPr>
              <a:spcBef>
                <a:spcPts val="500"/>
              </a:spcBef>
              <a:buClr>
                <a:schemeClr val="accent1"/>
              </a:buCl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BB632104-B6BD-1852-2E93-458660D11491}"/>
              </a:ext>
            </a:extLst>
          </p:cNvPr>
          <p:cNvSpPr>
            <a:spLocks noGrp="1"/>
          </p:cNvSpPr>
          <p:nvPr>
            <p:ph sz="quarter" idx="38"/>
            <p:custDataLst>
              <p:tags r:id="rId4"/>
            </p:custDataLst>
          </p:nvPr>
        </p:nvSpPr>
        <p:spPr>
          <a:xfrm>
            <a:off x="2118360" y="3957320"/>
            <a:ext cx="9601200" cy="2240280"/>
          </a:xfrm>
          <a:prstGeom prst="roundRect">
            <a:avLst>
              <a:gd name="adj" fmla="val 9864"/>
            </a:avLst>
          </a:prstGeom>
          <a:noFill/>
          <a:effectLst/>
        </p:spPr>
        <p:txBody>
          <a:bodyPr anchor="ctr">
            <a:noAutofit/>
          </a:bodyPr>
          <a:lstStyle>
            <a:lvl1pPr>
              <a:spcBef>
                <a:spcPts val="1000"/>
              </a:spcBef>
              <a:buClr>
                <a:schemeClr val="bg1"/>
              </a:buClr>
              <a:defRPr sz="1200">
                <a:solidFill>
                  <a:schemeClr val="bg1"/>
                </a:solidFill>
              </a:defRPr>
            </a:lvl1pPr>
            <a:lvl2pPr>
              <a:spcBef>
                <a:spcPts val="500"/>
              </a:spcBef>
              <a:buClr>
                <a:schemeClr val="bg1"/>
              </a:buClr>
              <a:defRPr sz="1200">
                <a:solidFill>
                  <a:schemeClr val="bg1"/>
                </a:solidFill>
              </a:defRPr>
            </a:lvl2pPr>
            <a:lvl3pPr>
              <a:spcBef>
                <a:spcPts val="500"/>
              </a:spcBef>
              <a:buClr>
                <a:schemeClr val="bg1"/>
              </a:buClr>
              <a:defRPr sz="12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F51DDE3-33EF-ED42-5BAF-E76774DE26A3}"/>
              </a:ext>
            </a:extLst>
          </p:cNvPr>
          <p:cNvCxnSpPr>
            <a:cxnSpLocks/>
          </p:cNvCxnSpPr>
          <p:nvPr userDrawn="1"/>
        </p:nvCxnSpPr>
        <p:spPr>
          <a:xfrm>
            <a:off x="1524" y="6297637"/>
            <a:ext cx="12188952" cy="0"/>
          </a:xfrm>
          <a:prstGeom prst="line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895367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B_2-Vert t/Color-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D016E49-6AC2-BD38-EFE5-C1A96C492455}"/>
              </a:ext>
            </a:extLst>
          </p:cNvPr>
          <p:cNvSpPr/>
          <p:nvPr userDrawn="1"/>
        </p:nvSpPr>
        <p:spPr>
          <a:xfrm>
            <a:off x="-2" y="0"/>
            <a:ext cx="12192002" cy="3810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044E00-5B53-2880-98F0-152900302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09AFAB-C602-DB82-0A7E-CA153C89F7A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67FC1-EA83-9374-17AD-28BA2BA6AA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A2BB6D-D019-4321-8BA6-59299BECB9D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14">
            <a:extLst>
              <a:ext uri="{FF2B5EF4-FFF2-40B4-BE49-F238E27FC236}">
                <a16:creationId xmlns:a16="http://schemas.microsoft.com/office/drawing/2014/main" id="{8BD6B129-50ED-D3A4-6A3B-92EC53FFE6C3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1801368" y="3957320"/>
            <a:ext cx="9144" cy="2240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rIns="91440" anchor="ctr" anchorCtr="0">
            <a:normAutofit/>
          </a:bodyPr>
          <a:lstStyle>
            <a:lvl1pPr marL="0" indent="0" algn="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A0FE2FC-9445-4E9A-D573-405608A9AA93}"/>
              </a:ext>
            </a:extLst>
          </p:cNvPr>
          <p:cNvSpPr>
            <a:spLocks noGrp="1"/>
          </p:cNvSpPr>
          <p:nvPr>
            <p:ph type="body" sz="quarter" idx="12"/>
            <p:custDataLst>
              <p:tags r:id="rId1"/>
            </p:custDataLst>
          </p:nvPr>
        </p:nvSpPr>
        <p:spPr>
          <a:xfrm>
            <a:off x="472440" y="781051"/>
            <a:ext cx="11247120" cy="476249"/>
          </a:xfrm>
          <a:prstGeom prst="rect">
            <a:avLst/>
          </a:prstGeom>
        </p:spPr>
        <p:txBody>
          <a:bodyPr wrap="square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600" b="0" i="0" kern="1200" baseline="0" dirty="0" smtClean="0">
                <a:solidFill>
                  <a:schemeClr val="bg1"/>
                </a:solidFill>
                <a:latin typeface="+mj-lt"/>
                <a:ea typeface="ＭＳ Ｐゴシック" pitchFamily="29" charset="-128"/>
                <a:cs typeface="Times New Roman"/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marL="0" lvl="0" indent="0" algn="l" defTabSz="914164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4" name="Content Placeholder 14">
            <a:extLst>
              <a:ext uri="{FF2B5EF4-FFF2-40B4-BE49-F238E27FC236}">
                <a16:creationId xmlns:a16="http://schemas.microsoft.com/office/drawing/2014/main" id="{1C7EC0E3-F489-5640-CD05-3DC21BD033C5}"/>
              </a:ext>
            </a:extLst>
          </p:cNvPr>
          <p:cNvSpPr>
            <a:spLocks noGrp="1"/>
          </p:cNvSpPr>
          <p:nvPr>
            <p:ph sz="quarter" idx="39" hasCustomPrompt="1"/>
            <p:custDataLst>
              <p:tags r:id="rId2"/>
            </p:custDataLst>
          </p:nvPr>
        </p:nvSpPr>
        <p:spPr>
          <a:xfrm>
            <a:off x="1801368" y="1435608"/>
            <a:ext cx="9144" cy="22402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rIns="91440" anchor="ctr" anchorCtr="0">
            <a:normAutofit/>
          </a:bodyPr>
          <a:lstStyle>
            <a:lvl1pPr marL="0" indent="0" algn="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sp>
        <p:nvSpPr>
          <p:cNvPr id="5" name="Content Placeholder 12">
            <a:extLst>
              <a:ext uri="{FF2B5EF4-FFF2-40B4-BE49-F238E27FC236}">
                <a16:creationId xmlns:a16="http://schemas.microsoft.com/office/drawing/2014/main" id="{72B71BAB-516A-489C-61FB-4F9C20D1013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2118360" y="1435608"/>
            <a:ext cx="9601200" cy="2240280"/>
          </a:xfrm>
          <a:prstGeom prst="roundRect">
            <a:avLst>
              <a:gd name="adj" fmla="val 9864"/>
            </a:avLst>
          </a:prstGeom>
          <a:noFill/>
          <a:effectLst/>
        </p:spPr>
        <p:txBody>
          <a:bodyPr anchor="ctr">
            <a:noAutofit/>
          </a:bodyPr>
          <a:lstStyle>
            <a:lvl1pPr>
              <a:spcBef>
                <a:spcPts val="1000"/>
              </a:spcBef>
              <a:buClr>
                <a:schemeClr val="bg1"/>
              </a:buClr>
              <a:defRPr sz="1200">
                <a:solidFill>
                  <a:schemeClr val="bg1"/>
                </a:solidFill>
              </a:defRPr>
            </a:lvl1pPr>
            <a:lvl2pPr>
              <a:spcBef>
                <a:spcPts val="500"/>
              </a:spcBef>
              <a:buClr>
                <a:schemeClr val="bg1"/>
              </a:buClr>
              <a:defRPr sz="1200">
                <a:solidFill>
                  <a:schemeClr val="bg1"/>
                </a:solidFill>
              </a:defRPr>
            </a:lvl2pPr>
            <a:lvl3pPr>
              <a:spcBef>
                <a:spcPts val="500"/>
              </a:spcBef>
              <a:buClr>
                <a:schemeClr val="bg1"/>
              </a:buClr>
              <a:defRPr sz="12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0C910D72-3422-642A-9C60-1A82E677D3FC}"/>
              </a:ext>
            </a:extLst>
          </p:cNvPr>
          <p:cNvSpPr>
            <a:spLocks noGrp="1"/>
          </p:cNvSpPr>
          <p:nvPr>
            <p:ph sz="quarter" idx="38"/>
            <p:custDataLst>
              <p:tags r:id="rId3"/>
            </p:custDataLst>
          </p:nvPr>
        </p:nvSpPr>
        <p:spPr>
          <a:xfrm>
            <a:off x="2118360" y="3957320"/>
            <a:ext cx="9601200" cy="2240280"/>
          </a:xfrm>
          <a:prstGeom prst="roundRect">
            <a:avLst>
              <a:gd name="adj" fmla="val 9864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defRPr sz="1200"/>
            </a:lvl1pPr>
            <a:lvl2pPr>
              <a:spcBef>
                <a:spcPts val="500"/>
              </a:spcBef>
              <a:buClr>
                <a:schemeClr val="accent1"/>
              </a:buClr>
              <a:defRPr sz="1200"/>
            </a:lvl2pPr>
            <a:lvl3pPr>
              <a:spcBef>
                <a:spcPts val="500"/>
              </a:spcBef>
              <a:buClr>
                <a:schemeClr val="accent1"/>
              </a:buCl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3DABE823-AB64-E03F-B647-2ED5257596B6}"/>
              </a:ext>
            </a:extLst>
          </p:cNvPr>
          <p:cNvSpPr/>
          <p:nvPr userDrawn="1"/>
        </p:nvSpPr>
        <p:spPr>
          <a:xfrm flipH="1" flipV="1">
            <a:off x="0" y="301752"/>
            <a:ext cx="347133" cy="802892"/>
          </a:xfrm>
          <a:custGeom>
            <a:avLst/>
            <a:gdLst>
              <a:gd name="connsiteX0" fmla="*/ 0 w 2965076"/>
              <a:gd name="connsiteY0" fmla="*/ 0 h 6857999"/>
              <a:gd name="connsiteX1" fmla="*/ 2965076 w 2965076"/>
              <a:gd name="connsiteY1" fmla="*/ 0 h 6857999"/>
              <a:gd name="connsiteX2" fmla="*/ 2965076 w 2965076"/>
              <a:gd name="connsiteY2" fmla="*/ 6857999 h 6857999"/>
              <a:gd name="connsiteX3" fmla="*/ 0 w 2965076"/>
              <a:gd name="connsiteY3" fmla="*/ 6857999 h 6857999"/>
              <a:gd name="connsiteX4" fmla="*/ 0 w 2965076"/>
              <a:gd name="connsiteY4" fmla="*/ 0 h 6857999"/>
              <a:gd name="connsiteX0" fmla="*/ 0 w 2965076"/>
              <a:gd name="connsiteY0" fmla="*/ 6857999 h 6857999"/>
              <a:gd name="connsiteX1" fmla="*/ 2965076 w 2965076"/>
              <a:gd name="connsiteY1" fmla="*/ 0 h 6857999"/>
              <a:gd name="connsiteX2" fmla="*/ 2965076 w 2965076"/>
              <a:gd name="connsiteY2" fmla="*/ 6857999 h 6857999"/>
              <a:gd name="connsiteX3" fmla="*/ 0 w 2965076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5076" h="6857999">
                <a:moveTo>
                  <a:pt x="0" y="6857999"/>
                </a:moveTo>
                <a:lnTo>
                  <a:pt x="2965076" y="0"/>
                </a:lnTo>
                <a:lnTo>
                  <a:pt x="2965076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272490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B_3-V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44E00-5B53-2880-98F0-152900302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09AFAB-C602-DB82-0A7E-CA153C89F7A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67FC1-EA83-9374-17AD-28BA2BA6AA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A2BB6D-D019-4321-8BA6-59299BECB9D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12">
            <a:extLst>
              <a:ext uri="{FF2B5EF4-FFF2-40B4-BE49-F238E27FC236}">
                <a16:creationId xmlns:a16="http://schemas.microsoft.com/office/drawing/2014/main" id="{639A4F67-3483-9618-BDCF-2F1DE263972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2118360" y="1435608"/>
            <a:ext cx="9601200" cy="1399032"/>
          </a:xfrm>
          <a:prstGeom prst="roundRect">
            <a:avLst>
              <a:gd name="adj" fmla="val 13036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defRPr sz="1200"/>
            </a:lvl1pPr>
            <a:lvl2pPr>
              <a:spcBef>
                <a:spcPts val="500"/>
              </a:spcBef>
              <a:buClr>
                <a:schemeClr val="accent1"/>
              </a:buClr>
              <a:defRPr sz="1200"/>
            </a:lvl2pPr>
            <a:lvl3pPr>
              <a:spcBef>
                <a:spcPts val="500"/>
              </a:spcBef>
              <a:buClr>
                <a:schemeClr val="accent1"/>
              </a:buCl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14">
            <a:extLst>
              <a:ext uri="{FF2B5EF4-FFF2-40B4-BE49-F238E27FC236}">
                <a16:creationId xmlns:a16="http://schemas.microsoft.com/office/drawing/2014/main" id="{8B9DE24B-A08F-2C8B-712C-E30B52434156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1801368" y="1435608"/>
            <a:ext cx="9144" cy="13990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rIns="91440" anchor="ctr" anchorCtr="0">
            <a:normAutofit/>
          </a:bodyPr>
          <a:lstStyle>
            <a:lvl1pPr marL="0" indent="0" algn="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sp>
        <p:nvSpPr>
          <p:cNvPr id="8" name="Content Placeholder 14">
            <a:extLst>
              <a:ext uri="{FF2B5EF4-FFF2-40B4-BE49-F238E27FC236}">
                <a16:creationId xmlns:a16="http://schemas.microsoft.com/office/drawing/2014/main" id="{8BD6B129-50ED-D3A4-6A3B-92EC53FFE6C3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1801368" y="3117088"/>
            <a:ext cx="9144" cy="13990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rIns="91440" anchor="ctr" anchorCtr="0">
            <a:normAutofit/>
          </a:bodyPr>
          <a:lstStyle>
            <a:lvl1pPr marL="0" indent="0" algn="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D6401FFF-7818-19D2-CCB6-18585E46A8CD}"/>
              </a:ext>
            </a:extLst>
          </p:cNvPr>
          <p:cNvSpPr>
            <a:spLocks noGrp="1"/>
          </p:cNvSpPr>
          <p:nvPr>
            <p:ph type="body" sz="quarter" idx="12"/>
            <p:custDataLst>
              <p:tags r:id="rId1"/>
            </p:custDataLst>
          </p:nvPr>
        </p:nvSpPr>
        <p:spPr>
          <a:xfrm>
            <a:off x="472440" y="781051"/>
            <a:ext cx="11247120" cy="476249"/>
          </a:xfrm>
          <a:prstGeom prst="rect">
            <a:avLst/>
          </a:prstGeom>
        </p:spPr>
        <p:txBody>
          <a:bodyPr wrap="square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600" b="0" i="0" kern="1200" baseline="0" dirty="0" smtClean="0">
                <a:solidFill>
                  <a:schemeClr val="accent2"/>
                </a:solidFill>
                <a:latin typeface="+mj-lt"/>
                <a:ea typeface="ＭＳ Ｐゴシック" pitchFamily="29" charset="-128"/>
                <a:cs typeface="Times New Roman"/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marL="0" lvl="0" indent="0" algn="l" defTabSz="914164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Content Placeholder 14">
            <a:extLst>
              <a:ext uri="{FF2B5EF4-FFF2-40B4-BE49-F238E27FC236}">
                <a16:creationId xmlns:a16="http://schemas.microsoft.com/office/drawing/2014/main" id="{0C936B84-9195-A712-F825-63E3BEE86838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1801368" y="4798568"/>
            <a:ext cx="9144" cy="13990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rIns="91440" anchor="ctr" anchorCtr="0">
            <a:normAutofit/>
          </a:bodyPr>
          <a:lstStyle>
            <a:lvl1pPr marL="0" indent="0" algn="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sp>
        <p:nvSpPr>
          <p:cNvPr id="18" name="Content Placeholder 12">
            <a:extLst>
              <a:ext uri="{FF2B5EF4-FFF2-40B4-BE49-F238E27FC236}">
                <a16:creationId xmlns:a16="http://schemas.microsoft.com/office/drawing/2014/main" id="{B71B8BBD-F9A1-F097-8289-2A8AA5031F4A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2118360" y="3117088"/>
            <a:ext cx="9601200" cy="1399032"/>
          </a:xfrm>
          <a:prstGeom prst="roundRect">
            <a:avLst>
              <a:gd name="adj" fmla="val 13036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defRPr sz="1200"/>
            </a:lvl1pPr>
            <a:lvl2pPr>
              <a:spcBef>
                <a:spcPts val="500"/>
              </a:spcBef>
              <a:buClr>
                <a:schemeClr val="accent1"/>
              </a:buClr>
              <a:defRPr sz="1200"/>
            </a:lvl2pPr>
            <a:lvl3pPr>
              <a:spcBef>
                <a:spcPts val="500"/>
              </a:spcBef>
              <a:buClr>
                <a:schemeClr val="accent1"/>
              </a:buCl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3332CE93-E03D-D546-3D06-8FA5C3FD40A8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2118360" y="4798568"/>
            <a:ext cx="9601200" cy="1399032"/>
          </a:xfrm>
          <a:prstGeom prst="roundRect">
            <a:avLst>
              <a:gd name="adj" fmla="val 13036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defRPr sz="1200"/>
            </a:lvl1pPr>
            <a:lvl2pPr>
              <a:spcBef>
                <a:spcPts val="500"/>
              </a:spcBef>
              <a:buClr>
                <a:schemeClr val="accent1"/>
              </a:buClr>
              <a:defRPr sz="1200"/>
            </a:lvl2pPr>
            <a:lvl3pPr>
              <a:spcBef>
                <a:spcPts val="500"/>
              </a:spcBef>
              <a:buClr>
                <a:schemeClr val="accent1"/>
              </a:buCl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9660435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B_3-Vert b2/3 Color-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CBEFA7A-A207-7393-A861-35A6970904DD}"/>
              </a:ext>
            </a:extLst>
          </p:cNvPr>
          <p:cNvSpPr/>
          <p:nvPr userDrawn="1"/>
        </p:nvSpPr>
        <p:spPr>
          <a:xfrm>
            <a:off x="-2" y="2971800"/>
            <a:ext cx="12192002" cy="3886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044E00-5B53-2880-98F0-152900302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09AFAB-C602-DB82-0A7E-CA153C89F7A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67FC1-EA83-9374-17AD-28BA2BA6AA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5A2BB6D-D019-4321-8BA6-59299BECB9D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14">
            <a:extLst>
              <a:ext uri="{FF2B5EF4-FFF2-40B4-BE49-F238E27FC236}">
                <a16:creationId xmlns:a16="http://schemas.microsoft.com/office/drawing/2014/main" id="{8B9DE24B-A08F-2C8B-712C-E30B52434156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1801368" y="1435608"/>
            <a:ext cx="9144" cy="13990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rIns="91440" anchor="ctr" anchorCtr="0">
            <a:normAutofit/>
          </a:bodyPr>
          <a:lstStyle>
            <a:lvl1pPr marL="0" indent="0" algn="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sp>
        <p:nvSpPr>
          <p:cNvPr id="8" name="Content Placeholder 14">
            <a:extLst>
              <a:ext uri="{FF2B5EF4-FFF2-40B4-BE49-F238E27FC236}">
                <a16:creationId xmlns:a16="http://schemas.microsoft.com/office/drawing/2014/main" id="{8BD6B129-50ED-D3A4-6A3B-92EC53FFE6C3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1801368" y="3117088"/>
            <a:ext cx="9144" cy="13990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rIns="91440" anchor="ctr" anchorCtr="0">
            <a:normAutofit/>
          </a:bodyPr>
          <a:lstStyle>
            <a:lvl1pPr marL="0" indent="0" algn="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D6401FFF-7818-19D2-CCB6-18585E46A8CD}"/>
              </a:ext>
            </a:extLst>
          </p:cNvPr>
          <p:cNvSpPr>
            <a:spLocks noGrp="1"/>
          </p:cNvSpPr>
          <p:nvPr>
            <p:ph type="body" sz="quarter" idx="12"/>
            <p:custDataLst>
              <p:tags r:id="rId1"/>
            </p:custDataLst>
          </p:nvPr>
        </p:nvSpPr>
        <p:spPr>
          <a:xfrm>
            <a:off x="472440" y="781051"/>
            <a:ext cx="11247120" cy="476249"/>
          </a:xfrm>
          <a:prstGeom prst="rect">
            <a:avLst/>
          </a:prstGeom>
        </p:spPr>
        <p:txBody>
          <a:bodyPr wrap="square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600" b="0" i="0" kern="1200" baseline="0" dirty="0" smtClean="0">
                <a:solidFill>
                  <a:schemeClr val="accent2"/>
                </a:solidFill>
                <a:latin typeface="+mj-lt"/>
                <a:ea typeface="ＭＳ Ｐゴシック" pitchFamily="29" charset="-128"/>
                <a:cs typeface="Times New Roman"/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marL="0" lvl="0" indent="0" algn="l" defTabSz="914164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Content Placeholder 14">
            <a:extLst>
              <a:ext uri="{FF2B5EF4-FFF2-40B4-BE49-F238E27FC236}">
                <a16:creationId xmlns:a16="http://schemas.microsoft.com/office/drawing/2014/main" id="{0C936B84-9195-A712-F825-63E3BEE86838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1801368" y="4798568"/>
            <a:ext cx="9144" cy="13990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rIns="91440" anchor="ctr" anchorCtr="0">
            <a:normAutofit/>
          </a:bodyPr>
          <a:lstStyle>
            <a:lvl1pPr marL="0" indent="0" algn="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27E5D64-CC1C-2066-78AC-B3FF77FC0946}"/>
              </a:ext>
            </a:extLst>
          </p:cNvPr>
          <p:cNvCxnSpPr>
            <a:cxnSpLocks/>
          </p:cNvCxnSpPr>
          <p:nvPr userDrawn="1"/>
        </p:nvCxnSpPr>
        <p:spPr>
          <a:xfrm rot="1380000">
            <a:off x="11429490" y="6466691"/>
            <a:ext cx="0" cy="268268"/>
          </a:xfrm>
          <a:prstGeom prst="line">
            <a:avLst/>
          </a:prstGeom>
          <a:ln w="9525">
            <a:solidFill>
              <a:schemeClr val="bg2"/>
            </a:solidFill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lide Number Placeholder 66">
            <a:extLst>
              <a:ext uri="{FF2B5EF4-FFF2-40B4-BE49-F238E27FC236}">
                <a16:creationId xmlns:a16="http://schemas.microsoft.com/office/drawing/2014/main" id="{2E279CDA-189A-6ECA-D4D8-3CFB565B8ECE}"/>
              </a:ext>
            </a:extLst>
          </p:cNvPr>
          <p:cNvSpPr txBox="1">
            <a:spLocks/>
          </p:cNvSpPr>
          <p:nvPr userDrawn="1">
            <p:custDataLst>
              <p:tags r:id="rId2"/>
            </p:custDataLst>
          </p:nvPr>
        </p:nvSpPr>
        <p:spPr>
          <a:xfrm>
            <a:off x="8150225" y="6527800"/>
            <a:ext cx="205343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164" rtl="0" eaLnBrk="1" latinLnBrk="0" hangingPunct="1">
              <a:defRPr sz="11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081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164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247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330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412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493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576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658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0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CLIENT    </a:t>
            </a:r>
            <a:endParaRPr lang="en-US" sz="1000" b="0">
              <a:solidFill>
                <a:schemeClr val="bg2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A616135-7E43-FC1B-93A8-AA9D97BEF8F3}"/>
              </a:ext>
            </a:extLst>
          </p:cNvPr>
          <p:cNvCxnSpPr>
            <a:cxnSpLocks/>
          </p:cNvCxnSpPr>
          <p:nvPr userDrawn="1"/>
        </p:nvCxnSpPr>
        <p:spPr>
          <a:xfrm rot="1380000">
            <a:off x="10211232" y="6466691"/>
            <a:ext cx="0" cy="268268"/>
          </a:xfrm>
          <a:prstGeom prst="line">
            <a:avLst/>
          </a:prstGeom>
          <a:ln w="9525">
            <a:solidFill>
              <a:schemeClr val="bg2"/>
            </a:solidFill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156E2B19-41B3-867D-EB7F-A890C088F1FF}"/>
              </a:ext>
            </a:extLst>
          </p:cNvPr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06418" y="6507423"/>
            <a:ext cx="1043527" cy="186804"/>
          </a:xfrm>
          <a:prstGeom prst="rect">
            <a:avLst/>
          </a:prstGeom>
        </p:spPr>
      </p:pic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ED74551E-5922-9649-C7F5-D49D9DDCB726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2118360" y="1435608"/>
            <a:ext cx="9601200" cy="1399032"/>
          </a:xfrm>
          <a:prstGeom prst="roundRect">
            <a:avLst>
              <a:gd name="adj" fmla="val 13036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defRPr sz="1200"/>
            </a:lvl1pPr>
            <a:lvl2pPr>
              <a:spcBef>
                <a:spcPts val="500"/>
              </a:spcBef>
              <a:buClr>
                <a:schemeClr val="accent1"/>
              </a:buClr>
              <a:defRPr sz="1200"/>
            </a:lvl2pPr>
            <a:lvl3pPr>
              <a:spcBef>
                <a:spcPts val="500"/>
              </a:spcBef>
              <a:buClr>
                <a:schemeClr val="accent1"/>
              </a:buCl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955D8D98-C402-CC62-2DD5-FD75F4098354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2118360" y="3117088"/>
            <a:ext cx="9601200" cy="1399032"/>
          </a:xfrm>
          <a:prstGeom prst="roundRect">
            <a:avLst>
              <a:gd name="adj" fmla="val 13036"/>
            </a:avLst>
          </a:prstGeom>
          <a:noFill/>
          <a:effectLst/>
        </p:spPr>
        <p:txBody>
          <a:bodyPr anchor="ctr">
            <a:noAutofit/>
          </a:bodyPr>
          <a:lstStyle>
            <a:lvl1pPr>
              <a:spcBef>
                <a:spcPts val="1000"/>
              </a:spcBef>
              <a:buClr>
                <a:schemeClr val="bg1"/>
              </a:buClr>
              <a:defRPr sz="1200">
                <a:solidFill>
                  <a:schemeClr val="bg1"/>
                </a:solidFill>
              </a:defRPr>
            </a:lvl1pPr>
            <a:lvl2pPr>
              <a:spcBef>
                <a:spcPts val="500"/>
              </a:spcBef>
              <a:buClr>
                <a:schemeClr val="bg1"/>
              </a:buClr>
              <a:defRPr sz="1200">
                <a:solidFill>
                  <a:schemeClr val="bg1"/>
                </a:solidFill>
              </a:defRPr>
            </a:lvl2pPr>
            <a:lvl3pPr>
              <a:spcBef>
                <a:spcPts val="500"/>
              </a:spcBef>
              <a:buClr>
                <a:schemeClr val="bg1"/>
              </a:buClr>
              <a:defRPr sz="12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66EADD4C-084D-BD03-EF80-1EC0883DF01A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2118360" y="4798568"/>
            <a:ext cx="9601200" cy="1399032"/>
          </a:xfrm>
          <a:prstGeom prst="roundRect">
            <a:avLst>
              <a:gd name="adj" fmla="val 13036"/>
            </a:avLst>
          </a:prstGeom>
          <a:noFill/>
          <a:effectLst/>
        </p:spPr>
        <p:txBody>
          <a:bodyPr anchor="ctr">
            <a:noAutofit/>
          </a:bodyPr>
          <a:lstStyle>
            <a:lvl1pPr>
              <a:spcBef>
                <a:spcPts val="1000"/>
              </a:spcBef>
              <a:buClr>
                <a:schemeClr val="bg1"/>
              </a:buClr>
              <a:defRPr sz="1200">
                <a:solidFill>
                  <a:schemeClr val="bg1"/>
                </a:solidFill>
              </a:defRPr>
            </a:lvl1pPr>
            <a:lvl2pPr>
              <a:spcBef>
                <a:spcPts val="500"/>
              </a:spcBef>
              <a:buClr>
                <a:schemeClr val="bg1"/>
              </a:buClr>
              <a:defRPr sz="1200">
                <a:solidFill>
                  <a:schemeClr val="bg1"/>
                </a:solidFill>
              </a:defRPr>
            </a:lvl2pPr>
            <a:lvl3pPr>
              <a:spcBef>
                <a:spcPts val="500"/>
              </a:spcBef>
              <a:buClr>
                <a:schemeClr val="bg1"/>
              </a:buClr>
              <a:defRPr sz="12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0A679B1-1284-F996-333B-F5BCE87E2035}"/>
              </a:ext>
            </a:extLst>
          </p:cNvPr>
          <p:cNvCxnSpPr>
            <a:cxnSpLocks/>
          </p:cNvCxnSpPr>
          <p:nvPr userDrawn="1"/>
        </p:nvCxnSpPr>
        <p:spPr>
          <a:xfrm>
            <a:off x="1524" y="6297637"/>
            <a:ext cx="12188952" cy="0"/>
          </a:xfrm>
          <a:prstGeom prst="line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626595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B_3-Vert b1/3 Color-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43C434F-0ED5-66E5-10D8-7281E4D5D676}"/>
              </a:ext>
            </a:extLst>
          </p:cNvPr>
          <p:cNvSpPr/>
          <p:nvPr userDrawn="1"/>
        </p:nvSpPr>
        <p:spPr>
          <a:xfrm>
            <a:off x="-2" y="4638674"/>
            <a:ext cx="12192002" cy="2219325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044E00-5B53-2880-98F0-152900302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09AFAB-C602-DB82-0A7E-CA153C89F7A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67FC1-EA83-9374-17AD-28BA2BA6AA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5A2BB6D-D019-4321-8BA6-59299BECB9D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14">
            <a:extLst>
              <a:ext uri="{FF2B5EF4-FFF2-40B4-BE49-F238E27FC236}">
                <a16:creationId xmlns:a16="http://schemas.microsoft.com/office/drawing/2014/main" id="{8B9DE24B-A08F-2C8B-712C-E30B52434156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1801368" y="1435608"/>
            <a:ext cx="9144" cy="13990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rIns="91440" anchor="ctr" anchorCtr="0">
            <a:normAutofit/>
          </a:bodyPr>
          <a:lstStyle>
            <a:lvl1pPr marL="0" indent="0" algn="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sp>
        <p:nvSpPr>
          <p:cNvPr id="8" name="Content Placeholder 14">
            <a:extLst>
              <a:ext uri="{FF2B5EF4-FFF2-40B4-BE49-F238E27FC236}">
                <a16:creationId xmlns:a16="http://schemas.microsoft.com/office/drawing/2014/main" id="{8BD6B129-50ED-D3A4-6A3B-92EC53FFE6C3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1801368" y="3117088"/>
            <a:ext cx="9144" cy="13990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rIns="91440" anchor="ctr" anchorCtr="0">
            <a:normAutofit/>
          </a:bodyPr>
          <a:lstStyle>
            <a:lvl1pPr marL="0" indent="0" algn="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D6401FFF-7818-19D2-CCB6-18585E46A8CD}"/>
              </a:ext>
            </a:extLst>
          </p:cNvPr>
          <p:cNvSpPr>
            <a:spLocks noGrp="1"/>
          </p:cNvSpPr>
          <p:nvPr>
            <p:ph type="body" sz="quarter" idx="12"/>
            <p:custDataLst>
              <p:tags r:id="rId1"/>
            </p:custDataLst>
          </p:nvPr>
        </p:nvSpPr>
        <p:spPr>
          <a:xfrm>
            <a:off x="472440" y="781051"/>
            <a:ext cx="11247120" cy="476249"/>
          </a:xfrm>
          <a:prstGeom prst="rect">
            <a:avLst/>
          </a:prstGeom>
        </p:spPr>
        <p:txBody>
          <a:bodyPr wrap="square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600" b="0" i="0" kern="1200" baseline="0" dirty="0" smtClean="0">
                <a:solidFill>
                  <a:schemeClr val="accent2"/>
                </a:solidFill>
                <a:latin typeface="+mj-lt"/>
                <a:ea typeface="ＭＳ Ｐゴシック" pitchFamily="29" charset="-128"/>
                <a:cs typeface="Times New Roman"/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marL="0" lvl="0" indent="0" algn="l" defTabSz="914164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Content Placeholder 14">
            <a:extLst>
              <a:ext uri="{FF2B5EF4-FFF2-40B4-BE49-F238E27FC236}">
                <a16:creationId xmlns:a16="http://schemas.microsoft.com/office/drawing/2014/main" id="{0C936B84-9195-A712-F825-63E3BEE86838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1801368" y="4798568"/>
            <a:ext cx="9144" cy="1399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Ins="91440" anchor="ctr" anchorCtr="0">
            <a:normAutofit/>
          </a:bodyPr>
          <a:lstStyle>
            <a:lvl1pPr marL="0" indent="0" algn="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B24E003-05B4-9C11-B9F9-B5ABBF3B8723}"/>
              </a:ext>
            </a:extLst>
          </p:cNvPr>
          <p:cNvCxnSpPr>
            <a:cxnSpLocks/>
          </p:cNvCxnSpPr>
          <p:nvPr userDrawn="1"/>
        </p:nvCxnSpPr>
        <p:spPr>
          <a:xfrm rot="1380000">
            <a:off x="11429490" y="6466691"/>
            <a:ext cx="0" cy="268268"/>
          </a:xfrm>
          <a:prstGeom prst="line">
            <a:avLst/>
          </a:prstGeom>
          <a:ln w="9525">
            <a:solidFill>
              <a:schemeClr val="bg2"/>
            </a:solidFill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lide Number Placeholder 66">
            <a:extLst>
              <a:ext uri="{FF2B5EF4-FFF2-40B4-BE49-F238E27FC236}">
                <a16:creationId xmlns:a16="http://schemas.microsoft.com/office/drawing/2014/main" id="{748D4E9C-0E0A-909C-DB3F-1ED3083A6C61}"/>
              </a:ext>
            </a:extLst>
          </p:cNvPr>
          <p:cNvSpPr txBox="1">
            <a:spLocks/>
          </p:cNvSpPr>
          <p:nvPr userDrawn="1">
            <p:custDataLst>
              <p:tags r:id="rId2"/>
            </p:custDataLst>
          </p:nvPr>
        </p:nvSpPr>
        <p:spPr>
          <a:xfrm>
            <a:off x="8150225" y="6527800"/>
            <a:ext cx="205343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164" rtl="0" eaLnBrk="1" latinLnBrk="0" hangingPunct="1">
              <a:defRPr sz="11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081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164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247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330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412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493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576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658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0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CLIENT    </a:t>
            </a:r>
            <a:endParaRPr lang="en-US" sz="1000" b="0">
              <a:solidFill>
                <a:schemeClr val="bg2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4ED389-DD83-895F-49AA-27205BD2D579}"/>
              </a:ext>
            </a:extLst>
          </p:cNvPr>
          <p:cNvCxnSpPr>
            <a:cxnSpLocks/>
          </p:cNvCxnSpPr>
          <p:nvPr userDrawn="1"/>
        </p:nvCxnSpPr>
        <p:spPr>
          <a:xfrm rot="1380000">
            <a:off x="10211232" y="6466691"/>
            <a:ext cx="0" cy="268268"/>
          </a:xfrm>
          <a:prstGeom prst="line">
            <a:avLst/>
          </a:prstGeom>
          <a:ln w="9525">
            <a:solidFill>
              <a:schemeClr val="bg2"/>
            </a:solidFill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aphic 15">
            <a:extLst>
              <a:ext uri="{FF2B5EF4-FFF2-40B4-BE49-F238E27FC236}">
                <a16:creationId xmlns:a16="http://schemas.microsoft.com/office/drawing/2014/main" id="{8E479F34-5103-2D46-66DB-6BD0DABEB6EB}"/>
              </a:ext>
            </a:extLst>
          </p:cNvPr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06418" y="6507423"/>
            <a:ext cx="1043527" cy="186804"/>
          </a:xfrm>
          <a:prstGeom prst="rect">
            <a:avLst/>
          </a:prstGeom>
        </p:spPr>
      </p:pic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FC3E51C7-4ECD-FC7D-17F2-47DB796CFA5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2118360" y="1435608"/>
            <a:ext cx="9601200" cy="1399032"/>
          </a:xfrm>
          <a:prstGeom prst="roundRect">
            <a:avLst>
              <a:gd name="adj" fmla="val 13036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defRPr sz="1200"/>
            </a:lvl1pPr>
            <a:lvl2pPr>
              <a:spcBef>
                <a:spcPts val="500"/>
              </a:spcBef>
              <a:buClr>
                <a:schemeClr val="accent1"/>
              </a:buClr>
              <a:defRPr sz="1200"/>
            </a:lvl2pPr>
            <a:lvl3pPr>
              <a:spcBef>
                <a:spcPts val="500"/>
              </a:spcBef>
              <a:buClr>
                <a:schemeClr val="accent1"/>
              </a:buCl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Content Placeholder 12">
            <a:extLst>
              <a:ext uri="{FF2B5EF4-FFF2-40B4-BE49-F238E27FC236}">
                <a16:creationId xmlns:a16="http://schemas.microsoft.com/office/drawing/2014/main" id="{7F2AEB7A-D1C1-2E64-54F7-428276E6003B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2118360" y="3117088"/>
            <a:ext cx="9601200" cy="1399032"/>
          </a:xfrm>
          <a:prstGeom prst="roundRect">
            <a:avLst>
              <a:gd name="adj" fmla="val 13036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defRPr sz="1200"/>
            </a:lvl1pPr>
            <a:lvl2pPr>
              <a:spcBef>
                <a:spcPts val="500"/>
              </a:spcBef>
              <a:buClr>
                <a:schemeClr val="accent1"/>
              </a:buClr>
              <a:defRPr sz="1200"/>
            </a:lvl2pPr>
            <a:lvl3pPr>
              <a:spcBef>
                <a:spcPts val="500"/>
              </a:spcBef>
              <a:buClr>
                <a:schemeClr val="accent1"/>
              </a:buCl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CA569201-2E36-2555-73FA-FB3EF2FABC65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2118360" y="4798568"/>
            <a:ext cx="9601200" cy="1399032"/>
          </a:xfrm>
          <a:prstGeom prst="roundRect">
            <a:avLst>
              <a:gd name="adj" fmla="val 13036"/>
            </a:avLst>
          </a:prstGeom>
          <a:noFill/>
          <a:effectLst/>
        </p:spPr>
        <p:txBody>
          <a:bodyPr anchor="ctr">
            <a:noAutofit/>
          </a:bodyPr>
          <a:lstStyle>
            <a:lvl1pPr>
              <a:spcBef>
                <a:spcPts val="1000"/>
              </a:spcBef>
              <a:buClr>
                <a:schemeClr val="bg1"/>
              </a:buClr>
              <a:defRPr sz="1200">
                <a:solidFill>
                  <a:schemeClr val="bg1"/>
                </a:solidFill>
              </a:defRPr>
            </a:lvl1pPr>
            <a:lvl2pPr>
              <a:spcBef>
                <a:spcPts val="500"/>
              </a:spcBef>
              <a:buClr>
                <a:schemeClr val="bg1"/>
              </a:buClr>
              <a:defRPr sz="1200">
                <a:solidFill>
                  <a:schemeClr val="bg1"/>
                </a:solidFill>
              </a:defRPr>
            </a:lvl2pPr>
            <a:lvl3pPr>
              <a:spcBef>
                <a:spcPts val="500"/>
              </a:spcBef>
              <a:buClr>
                <a:schemeClr val="bg1"/>
              </a:buClr>
              <a:defRPr sz="12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FAD735E-6B18-F81F-3226-DA109192237B}"/>
              </a:ext>
            </a:extLst>
          </p:cNvPr>
          <p:cNvCxnSpPr>
            <a:cxnSpLocks/>
          </p:cNvCxnSpPr>
          <p:nvPr userDrawn="1"/>
        </p:nvCxnSpPr>
        <p:spPr>
          <a:xfrm>
            <a:off x="1524" y="6297637"/>
            <a:ext cx="12188952" cy="0"/>
          </a:xfrm>
          <a:prstGeom prst="line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76237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B_3-Vert t2/3 Color-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F592724-C307-5BAF-4496-FD8B8CC90EA2}"/>
              </a:ext>
            </a:extLst>
          </p:cNvPr>
          <p:cNvSpPr/>
          <p:nvPr userDrawn="1"/>
        </p:nvSpPr>
        <p:spPr>
          <a:xfrm>
            <a:off x="-2" y="-1"/>
            <a:ext cx="12192002" cy="4676775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044E00-5B53-2880-98F0-152900302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09AFAB-C602-DB82-0A7E-CA153C89F7A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67FC1-EA83-9374-17AD-28BA2BA6AA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A2BB6D-D019-4321-8BA6-59299BECB9D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14">
            <a:extLst>
              <a:ext uri="{FF2B5EF4-FFF2-40B4-BE49-F238E27FC236}">
                <a16:creationId xmlns:a16="http://schemas.microsoft.com/office/drawing/2014/main" id="{8B9DE24B-A08F-2C8B-712C-E30B52434156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1801368" y="1435608"/>
            <a:ext cx="9144" cy="1399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Ins="91440" anchor="ctr" anchorCtr="0">
            <a:normAutofit/>
          </a:bodyPr>
          <a:lstStyle>
            <a:lvl1pPr marL="0" indent="0" algn="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sp>
        <p:nvSpPr>
          <p:cNvPr id="8" name="Content Placeholder 14">
            <a:extLst>
              <a:ext uri="{FF2B5EF4-FFF2-40B4-BE49-F238E27FC236}">
                <a16:creationId xmlns:a16="http://schemas.microsoft.com/office/drawing/2014/main" id="{8BD6B129-50ED-D3A4-6A3B-92EC53FFE6C3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1801368" y="3117088"/>
            <a:ext cx="9144" cy="1399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Ins="91440" anchor="ctr" anchorCtr="0">
            <a:normAutofit/>
          </a:bodyPr>
          <a:lstStyle>
            <a:lvl1pPr marL="0" indent="0" algn="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D6401FFF-7818-19D2-CCB6-18585E46A8CD}"/>
              </a:ext>
            </a:extLst>
          </p:cNvPr>
          <p:cNvSpPr>
            <a:spLocks noGrp="1"/>
          </p:cNvSpPr>
          <p:nvPr>
            <p:ph type="body" sz="quarter" idx="12"/>
            <p:custDataLst>
              <p:tags r:id="rId1"/>
            </p:custDataLst>
          </p:nvPr>
        </p:nvSpPr>
        <p:spPr>
          <a:xfrm>
            <a:off x="472440" y="781051"/>
            <a:ext cx="11247120" cy="476249"/>
          </a:xfrm>
          <a:prstGeom prst="rect">
            <a:avLst/>
          </a:prstGeom>
        </p:spPr>
        <p:txBody>
          <a:bodyPr wrap="square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600" b="0" i="0" kern="1200" baseline="0" dirty="0" smtClean="0">
                <a:solidFill>
                  <a:schemeClr val="bg1"/>
                </a:solidFill>
                <a:latin typeface="+mj-lt"/>
                <a:ea typeface="ＭＳ Ｐゴシック" pitchFamily="29" charset="-128"/>
                <a:cs typeface="Times New Roman"/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marL="0" lvl="0" indent="0" algn="l" defTabSz="914164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Content Placeholder 14">
            <a:extLst>
              <a:ext uri="{FF2B5EF4-FFF2-40B4-BE49-F238E27FC236}">
                <a16:creationId xmlns:a16="http://schemas.microsoft.com/office/drawing/2014/main" id="{0C936B84-9195-A712-F825-63E3BEE86838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1801368" y="4798568"/>
            <a:ext cx="9144" cy="13990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rIns="91440" anchor="ctr" anchorCtr="0">
            <a:normAutofit/>
          </a:bodyPr>
          <a:lstStyle>
            <a:lvl1pPr marL="0" indent="0" algn="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sp>
        <p:nvSpPr>
          <p:cNvPr id="5" name="Content Placeholder 12">
            <a:extLst>
              <a:ext uri="{FF2B5EF4-FFF2-40B4-BE49-F238E27FC236}">
                <a16:creationId xmlns:a16="http://schemas.microsoft.com/office/drawing/2014/main" id="{013DE196-C001-738E-BB6D-98147280BE8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2118360" y="1435608"/>
            <a:ext cx="9601200" cy="1399032"/>
          </a:xfrm>
          <a:prstGeom prst="roundRect">
            <a:avLst>
              <a:gd name="adj" fmla="val 13036"/>
            </a:avLst>
          </a:prstGeom>
          <a:noFill/>
          <a:effectLst/>
        </p:spPr>
        <p:txBody>
          <a:bodyPr anchor="ctr">
            <a:noAutofit/>
          </a:bodyPr>
          <a:lstStyle>
            <a:lvl1pPr>
              <a:spcBef>
                <a:spcPts val="1000"/>
              </a:spcBef>
              <a:buClr>
                <a:schemeClr val="bg1"/>
              </a:buClr>
              <a:defRPr sz="1200">
                <a:solidFill>
                  <a:schemeClr val="bg1"/>
                </a:solidFill>
              </a:defRPr>
            </a:lvl1pPr>
            <a:lvl2pPr>
              <a:spcBef>
                <a:spcPts val="500"/>
              </a:spcBef>
              <a:buClr>
                <a:schemeClr val="bg1"/>
              </a:buClr>
              <a:defRPr sz="1200">
                <a:solidFill>
                  <a:schemeClr val="bg1"/>
                </a:solidFill>
              </a:defRPr>
            </a:lvl2pPr>
            <a:lvl3pPr>
              <a:spcBef>
                <a:spcPts val="500"/>
              </a:spcBef>
              <a:buClr>
                <a:schemeClr val="bg1"/>
              </a:buClr>
              <a:defRPr sz="12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9F6C8289-269A-F158-4437-7C39E8E40183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2118360" y="3117088"/>
            <a:ext cx="9601200" cy="1399032"/>
          </a:xfrm>
          <a:prstGeom prst="roundRect">
            <a:avLst>
              <a:gd name="adj" fmla="val 13036"/>
            </a:avLst>
          </a:prstGeom>
          <a:noFill/>
          <a:effectLst/>
        </p:spPr>
        <p:txBody>
          <a:bodyPr anchor="ctr">
            <a:noAutofit/>
          </a:bodyPr>
          <a:lstStyle>
            <a:lvl1pPr>
              <a:spcBef>
                <a:spcPts val="1000"/>
              </a:spcBef>
              <a:buClr>
                <a:schemeClr val="bg1"/>
              </a:buClr>
              <a:defRPr sz="1200">
                <a:solidFill>
                  <a:schemeClr val="bg1"/>
                </a:solidFill>
              </a:defRPr>
            </a:lvl1pPr>
            <a:lvl2pPr>
              <a:spcBef>
                <a:spcPts val="500"/>
              </a:spcBef>
              <a:buClr>
                <a:schemeClr val="bg1"/>
              </a:buClr>
              <a:defRPr sz="1200">
                <a:solidFill>
                  <a:schemeClr val="bg1"/>
                </a:solidFill>
              </a:defRPr>
            </a:lvl2pPr>
            <a:lvl3pPr>
              <a:spcBef>
                <a:spcPts val="500"/>
              </a:spcBef>
              <a:buClr>
                <a:schemeClr val="bg1"/>
              </a:buClr>
              <a:defRPr sz="12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12">
            <a:extLst>
              <a:ext uri="{FF2B5EF4-FFF2-40B4-BE49-F238E27FC236}">
                <a16:creationId xmlns:a16="http://schemas.microsoft.com/office/drawing/2014/main" id="{7E8D44BA-DF11-7CD7-ECBF-45CEEF303F58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2118360" y="4798568"/>
            <a:ext cx="9601200" cy="1399032"/>
          </a:xfrm>
          <a:prstGeom prst="roundRect">
            <a:avLst>
              <a:gd name="adj" fmla="val 13036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defRPr sz="1200"/>
            </a:lvl1pPr>
            <a:lvl2pPr>
              <a:spcBef>
                <a:spcPts val="500"/>
              </a:spcBef>
              <a:buClr>
                <a:schemeClr val="accent1"/>
              </a:buClr>
              <a:defRPr sz="1200"/>
            </a:lvl2pPr>
            <a:lvl3pPr>
              <a:spcBef>
                <a:spcPts val="500"/>
              </a:spcBef>
              <a:buClr>
                <a:schemeClr val="accent1"/>
              </a:buCl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15">
            <a:extLst>
              <a:ext uri="{FF2B5EF4-FFF2-40B4-BE49-F238E27FC236}">
                <a16:creationId xmlns:a16="http://schemas.microsoft.com/office/drawing/2014/main" id="{F512E2C4-8E16-9BBE-9BA5-8820E161A114}"/>
              </a:ext>
            </a:extLst>
          </p:cNvPr>
          <p:cNvSpPr/>
          <p:nvPr userDrawn="1"/>
        </p:nvSpPr>
        <p:spPr>
          <a:xfrm flipH="1" flipV="1">
            <a:off x="0" y="301752"/>
            <a:ext cx="347133" cy="802892"/>
          </a:xfrm>
          <a:custGeom>
            <a:avLst/>
            <a:gdLst>
              <a:gd name="connsiteX0" fmla="*/ 0 w 2965076"/>
              <a:gd name="connsiteY0" fmla="*/ 0 h 6857999"/>
              <a:gd name="connsiteX1" fmla="*/ 2965076 w 2965076"/>
              <a:gd name="connsiteY1" fmla="*/ 0 h 6857999"/>
              <a:gd name="connsiteX2" fmla="*/ 2965076 w 2965076"/>
              <a:gd name="connsiteY2" fmla="*/ 6857999 h 6857999"/>
              <a:gd name="connsiteX3" fmla="*/ 0 w 2965076"/>
              <a:gd name="connsiteY3" fmla="*/ 6857999 h 6857999"/>
              <a:gd name="connsiteX4" fmla="*/ 0 w 2965076"/>
              <a:gd name="connsiteY4" fmla="*/ 0 h 6857999"/>
              <a:gd name="connsiteX0" fmla="*/ 0 w 2965076"/>
              <a:gd name="connsiteY0" fmla="*/ 6857999 h 6857999"/>
              <a:gd name="connsiteX1" fmla="*/ 2965076 w 2965076"/>
              <a:gd name="connsiteY1" fmla="*/ 0 h 6857999"/>
              <a:gd name="connsiteX2" fmla="*/ 2965076 w 2965076"/>
              <a:gd name="connsiteY2" fmla="*/ 6857999 h 6857999"/>
              <a:gd name="connsiteX3" fmla="*/ 0 w 2965076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5076" h="6857999">
                <a:moveTo>
                  <a:pt x="0" y="6857999"/>
                </a:moveTo>
                <a:lnTo>
                  <a:pt x="2965076" y="0"/>
                </a:lnTo>
                <a:lnTo>
                  <a:pt x="2965076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96530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B_3-Vert t1/3 Color-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F592724-C307-5BAF-4496-FD8B8CC90EA2}"/>
              </a:ext>
            </a:extLst>
          </p:cNvPr>
          <p:cNvSpPr/>
          <p:nvPr userDrawn="1"/>
        </p:nvSpPr>
        <p:spPr>
          <a:xfrm>
            <a:off x="-2" y="0"/>
            <a:ext cx="12192002" cy="3019426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lvl="0" indent="-228600" algn="ctr">
              <a:buFont typeface="Arial" pitchFamily="34" charset="0"/>
              <a:buChar char="•"/>
            </a:pPr>
            <a:endParaRPr lang="en-US" sz="14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044E00-5B53-2880-98F0-152900302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09AFAB-C602-DB82-0A7E-CA153C89F7A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67FC1-EA83-9374-17AD-28BA2BA6AA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A2BB6D-D019-4321-8BA6-59299BECB9D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14">
            <a:extLst>
              <a:ext uri="{FF2B5EF4-FFF2-40B4-BE49-F238E27FC236}">
                <a16:creationId xmlns:a16="http://schemas.microsoft.com/office/drawing/2014/main" id="{8B9DE24B-A08F-2C8B-712C-E30B52434156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1801368" y="1435608"/>
            <a:ext cx="9144" cy="1399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Ins="91440" anchor="ctr" anchorCtr="0">
            <a:normAutofit/>
          </a:bodyPr>
          <a:lstStyle>
            <a:lvl1pPr marL="0" indent="0" algn="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sp>
        <p:nvSpPr>
          <p:cNvPr id="8" name="Content Placeholder 14">
            <a:extLst>
              <a:ext uri="{FF2B5EF4-FFF2-40B4-BE49-F238E27FC236}">
                <a16:creationId xmlns:a16="http://schemas.microsoft.com/office/drawing/2014/main" id="{8BD6B129-50ED-D3A4-6A3B-92EC53FFE6C3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1801368" y="3117088"/>
            <a:ext cx="9144" cy="13990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rIns="91440" anchor="ctr" anchorCtr="0">
            <a:normAutofit/>
          </a:bodyPr>
          <a:lstStyle>
            <a:lvl1pPr marL="0" indent="0" algn="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D6401FFF-7818-19D2-CCB6-18585E46A8CD}"/>
              </a:ext>
            </a:extLst>
          </p:cNvPr>
          <p:cNvSpPr>
            <a:spLocks noGrp="1"/>
          </p:cNvSpPr>
          <p:nvPr>
            <p:ph type="body" sz="quarter" idx="12"/>
            <p:custDataLst>
              <p:tags r:id="rId1"/>
            </p:custDataLst>
          </p:nvPr>
        </p:nvSpPr>
        <p:spPr>
          <a:xfrm>
            <a:off x="472440" y="781051"/>
            <a:ext cx="11247120" cy="476249"/>
          </a:xfrm>
          <a:prstGeom prst="rect">
            <a:avLst/>
          </a:prstGeom>
        </p:spPr>
        <p:txBody>
          <a:bodyPr wrap="square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600" b="0" i="0" kern="1200" baseline="0" dirty="0" smtClean="0">
                <a:solidFill>
                  <a:schemeClr val="bg1"/>
                </a:solidFill>
                <a:latin typeface="+mj-lt"/>
                <a:ea typeface="ＭＳ Ｐゴシック" pitchFamily="29" charset="-128"/>
                <a:cs typeface="Times New Roman"/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marL="0" lvl="0" indent="0" algn="l" defTabSz="914164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Content Placeholder 14">
            <a:extLst>
              <a:ext uri="{FF2B5EF4-FFF2-40B4-BE49-F238E27FC236}">
                <a16:creationId xmlns:a16="http://schemas.microsoft.com/office/drawing/2014/main" id="{0C936B84-9195-A712-F825-63E3BEE86838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1801368" y="4798568"/>
            <a:ext cx="9144" cy="13990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rIns="91440" anchor="ctr" anchorCtr="0">
            <a:normAutofit/>
          </a:bodyPr>
          <a:lstStyle>
            <a:lvl1pPr marL="0" indent="0" algn="r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[Header]</a:t>
            </a:r>
          </a:p>
        </p:txBody>
      </p:sp>
      <p:sp>
        <p:nvSpPr>
          <p:cNvPr id="5" name="Content Placeholder 12">
            <a:extLst>
              <a:ext uri="{FF2B5EF4-FFF2-40B4-BE49-F238E27FC236}">
                <a16:creationId xmlns:a16="http://schemas.microsoft.com/office/drawing/2014/main" id="{A9177FC4-F583-6F8F-EBDF-8751C10BB4B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2118360" y="1435608"/>
            <a:ext cx="9601200" cy="1399032"/>
          </a:xfrm>
          <a:prstGeom prst="roundRect">
            <a:avLst>
              <a:gd name="adj" fmla="val 13036"/>
            </a:avLst>
          </a:prstGeom>
          <a:noFill/>
          <a:effectLst/>
        </p:spPr>
        <p:txBody>
          <a:bodyPr anchor="ctr">
            <a:noAutofit/>
          </a:bodyPr>
          <a:lstStyle>
            <a:lvl1pPr>
              <a:spcBef>
                <a:spcPts val="1000"/>
              </a:spcBef>
              <a:buClr>
                <a:schemeClr val="bg1"/>
              </a:buClr>
              <a:defRPr sz="1200">
                <a:solidFill>
                  <a:schemeClr val="bg1"/>
                </a:solidFill>
              </a:defRPr>
            </a:lvl1pPr>
            <a:lvl2pPr>
              <a:spcBef>
                <a:spcPts val="500"/>
              </a:spcBef>
              <a:buClr>
                <a:schemeClr val="bg1"/>
              </a:buClr>
              <a:defRPr sz="1200">
                <a:solidFill>
                  <a:schemeClr val="bg1"/>
                </a:solidFill>
              </a:defRPr>
            </a:lvl2pPr>
            <a:lvl3pPr>
              <a:spcBef>
                <a:spcPts val="500"/>
              </a:spcBef>
              <a:buClr>
                <a:schemeClr val="bg1"/>
              </a:buClr>
              <a:defRPr sz="12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81757D8B-A5DB-EC36-93B8-5A352653EAAF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2118360" y="3117088"/>
            <a:ext cx="9601200" cy="1399032"/>
          </a:xfrm>
          <a:prstGeom prst="roundRect">
            <a:avLst>
              <a:gd name="adj" fmla="val 13036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defRPr sz="1200"/>
            </a:lvl1pPr>
            <a:lvl2pPr>
              <a:spcBef>
                <a:spcPts val="500"/>
              </a:spcBef>
              <a:buClr>
                <a:schemeClr val="accent1"/>
              </a:buClr>
              <a:defRPr sz="1200"/>
            </a:lvl2pPr>
            <a:lvl3pPr>
              <a:spcBef>
                <a:spcPts val="500"/>
              </a:spcBef>
              <a:buClr>
                <a:schemeClr val="accent1"/>
              </a:buCl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12">
            <a:extLst>
              <a:ext uri="{FF2B5EF4-FFF2-40B4-BE49-F238E27FC236}">
                <a16:creationId xmlns:a16="http://schemas.microsoft.com/office/drawing/2014/main" id="{C10A27DA-8983-A2D9-DD57-132572BBAEF0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2118360" y="4798568"/>
            <a:ext cx="9601200" cy="1399032"/>
          </a:xfrm>
          <a:prstGeom prst="roundRect">
            <a:avLst>
              <a:gd name="adj" fmla="val 13036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defRPr sz="1200"/>
            </a:lvl1pPr>
            <a:lvl2pPr>
              <a:spcBef>
                <a:spcPts val="500"/>
              </a:spcBef>
              <a:buClr>
                <a:schemeClr val="accent1"/>
              </a:buClr>
              <a:defRPr sz="1200"/>
            </a:lvl2pPr>
            <a:lvl3pPr>
              <a:spcBef>
                <a:spcPts val="500"/>
              </a:spcBef>
              <a:buClr>
                <a:schemeClr val="accent1"/>
              </a:buCl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09DCFB1A-59AF-1DC7-0D90-3BAA10F5AF97}"/>
              </a:ext>
            </a:extLst>
          </p:cNvPr>
          <p:cNvSpPr/>
          <p:nvPr userDrawn="1"/>
        </p:nvSpPr>
        <p:spPr>
          <a:xfrm flipH="1" flipV="1">
            <a:off x="0" y="301752"/>
            <a:ext cx="347133" cy="802892"/>
          </a:xfrm>
          <a:custGeom>
            <a:avLst/>
            <a:gdLst>
              <a:gd name="connsiteX0" fmla="*/ 0 w 2965076"/>
              <a:gd name="connsiteY0" fmla="*/ 0 h 6857999"/>
              <a:gd name="connsiteX1" fmla="*/ 2965076 w 2965076"/>
              <a:gd name="connsiteY1" fmla="*/ 0 h 6857999"/>
              <a:gd name="connsiteX2" fmla="*/ 2965076 w 2965076"/>
              <a:gd name="connsiteY2" fmla="*/ 6857999 h 6857999"/>
              <a:gd name="connsiteX3" fmla="*/ 0 w 2965076"/>
              <a:gd name="connsiteY3" fmla="*/ 6857999 h 6857999"/>
              <a:gd name="connsiteX4" fmla="*/ 0 w 2965076"/>
              <a:gd name="connsiteY4" fmla="*/ 0 h 6857999"/>
              <a:gd name="connsiteX0" fmla="*/ 0 w 2965076"/>
              <a:gd name="connsiteY0" fmla="*/ 6857999 h 6857999"/>
              <a:gd name="connsiteX1" fmla="*/ 2965076 w 2965076"/>
              <a:gd name="connsiteY1" fmla="*/ 0 h 6857999"/>
              <a:gd name="connsiteX2" fmla="*/ 2965076 w 2965076"/>
              <a:gd name="connsiteY2" fmla="*/ 6857999 h 6857999"/>
              <a:gd name="connsiteX3" fmla="*/ 0 w 2965076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5076" h="6857999">
                <a:moveTo>
                  <a:pt x="0" y="6857999"/>
                </a:moveTo>
                <a:lnTo>
                  <a:pt x="2965076" y="0"/>
                </a:lnTo>
                <a:lnTo>
                  <a:pt x="2965076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255974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RE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141525-5707-255A-413D-DE459F1BDA0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5E62C6-2CEA-ED0E-4F07-7EC5EFF8E47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7" rIns="91416" bIns="45707" rtlCol="0" anchor="ctr"/>
          <a:lstStyle/>
          <a:p>
            <a:pPr algn="ctr"/>
            <a:r>
              <a:rPr lang="en-US" sz="6100">
                <a:latin typeface="+mj-lt"/>
              </a:rPr>
              <a:t>Slide masters after </a:t>
            </a:r>
            <a:br>
              <a:rPr lang="en-US" sz="6100">
                <a:latin typeface="+mj-lt"/>
              </a:rPr>
            </a:br>
            <a:r>
              <a:rPr lang="en-US" sz="6100">
                <a:latin typeface="+mj-lt"/>
              </a:rPr>
              <a:t>this slide should be deleted</a:t>
            </a:r>
          </a:p>
        </p:txBody>
      </p:sp>
    </p:spTree>
    <p:extLst>
      <p:ext uri="{BB962C8B-B14F-4D97-AF65-F5344CB8AC3E}">
        <p14:creationId xmlns:p14="http://schemas.microsoft.com/office/powerpoint/2010/main" val="313288182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19294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0EBD5-C929-A26B-8869-68D355A34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024BE-D987-CDCF-052E-4C596E32D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57DF3-67B5-F173-23E8-1D7D9A520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4B35E-B0C8-C645-BFBC-F99B76BDB228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8F255-7175-C760-8981-3DA306A46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DCDEF-31A2-566F-DB9A-0E7AFA74A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34616-00BA-6E42-99C3-616835C77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888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ags" Target="../tags/tag3.xml"/><Relationship Id="rId50" Type="http://schemas.openxmlformats.org/officeDocument/2006/relationships/tags" Target="../tags/tag6.xml"/><Relationship Id="rId55" Type="http://schemas.openxmlformats.org/officeDocument/2006/relationships/tags" Target="../tags/tag11.xml"/><Relationship Id="rId63" Type="http://schemas.openxmlformats.org/officeDocument/2006/relationships/tags" Target="../tags/tag19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ags" Target="../tags/tag1.xml"/><Relationship Id="rId53" Type="http://schemas.openxmlformats.org/officeDocument/2006/relationships/tags" Target="../tags/tag9.xml"/><Relationship Id="rId58" Type="http://schemas.openxmlformats.org/officeDocument/2006/relationships/tags" Target="../tags/tag14.xml"/><Relationship Id="rId66" Type="http://schemas.openxmlformats.org/officeDocument/2006/relationships/tags" Target="../tags/tag22.xml"/><Relationship Id="rId5" Type="http://schemas.openxmlformats.org/officeDocument/2006/relationships/slideLayout" Target="../slideLayouts/slideLayout5.xml"/><Relationship Id="rId61" Type="http://schemas.openxmlformats.org/officeDocument/2006/relationships/tags" Target="../tags/tag17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ags" Target="../tags/tag4.xml"/><Relationship Id="rId56" Type="http://schemas.openxmlformats.org/officeDocument/2006/relationships/tags" Target="../tags/tag12.xml"/><Relationship Id="rId64" Type="http://schemas.openxmlformats.org/officeDocument/2006/relationships/tags" Target="../tags/tag20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ags" Target="../tags/tag2.xml"/><Relationship Id="rId59" Type="http://schemas.openxmlformats.org/officeDocument/2006/relationships/tags" Target="../tags/tag15.xml"/><Relationship Id="rId67" Type="http://schemas.openxmlformats.org/officeDocument/2006/relationships/image" Target="../media/image1.sv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ags" Target="../tags/tag10.xml"/><Relationship Id="rId62" Type="http://schemas.openxmlformats.org/officeDocument/2006/relationships/tags" Target="../tags/tag18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ags" Target="../tags/tag5.xml"/><Relationship Id="rId57" Type="http://schemas.openxmlformats.org/officeDocument/2006/relationships/tags" Target="../tags/tag13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52" Type="http://schemas.openxmlformats.org/officeDocument/2006/relationships/tags" Target="../tags/tag8.xml"/><Relationship Id="rId60" Type="http://schemas.openxmlformats.org/officeDocument/2006/relationships/tags" Target="../tags/tag16.xml"/><Relationship Id="rId65" Type="http://schemas.openxmlformats.org/officeDocument/2006/relationships/tags" Target="../tags/tag2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4633B1-2F4C-0C15-6D25-709A3273F8DE}"/>
              </a:ext>
            </a:extLst>
          </p:cNvPr>
          <p:cNvSpPr>
            <a:spLocks noGrp="1"/>
          </p:cNvSpPr>
          <p:nvPr>
            <p:ph type="title"/>
            <p:custDataLst>
              <p:tags r:id="rId45"/>
            </p:custDataLst>
          </p:nvPr>
        </p:nvSpPr>
        <p:spPr>
          <a:xfrm>
            <a:off x="472440" y="301752"/>
            <a:ext cx="11247120" cy="429768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CA8B78-1A3F-B4CB-3207-4EA56F340322}"/>
              </a:ext>
            </a:extLst>
          </p:cNvPr>
          <p:cNvSpPr>
            <a:spLocks noGrp="1"/>
          </p:cNvSpPr>
          <p:nvPr>
            <p:ph type="body" idx="1"/>
            <p:custDataLst>
              <p:tags r:id="rId46"/>
            </p:custDataLst>
          </p:nvPr>
        </p:nvSpPr>
        <p:spPr>
          <a:xfrm>
            <a:off x="472440" y="1435608"/>
            <a:ext cx="11247120" cy="475488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BF5F0-57AA-3058-244D-DA16D113367F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47"/>
            </p:custDataLst>
          </p:nvPr>
        </p:nvSpPr>
        <p:spPr>
          <a:xfrm>
            <a:off x="472440" y="6404786"/>
            <a:ext cx="8503920" cy="37701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41C5B-A5A1-9A3B-FDA2-DB5BBDBFD908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8"/>
            </p:custDataLst>
          </p:nvPr>
        </p:nvSpPr>
        <p:spPr>
          <a:xfrm>
            <a:off x="11410188" y="6515100"/>
            <a:ext cx="457200" cy="1714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 b="1">
                <a:solidFill>
                  <a:schemeClr val="tx1"/>
                </a:solidFill>
              </a:defRPr>
            </a:lvl1pPr>
          </a:lstStyle>
          <a:p>
            <a:fld id="{75A2BB6D-D019-4321-8BA6-59299BECB9D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C79A4900-A668-144F-1C91-C0F8EE514D8A}"/>
              </a:ext>
            </a:extLst>
          </p:cNvPr>
          <p:cNvSpPr/>
          <p:nvPr userDrawn="1"/>
        </p:nvSpPr>
        <p:spPr>
          <a:xfrm flipH="1" flipV="1">
            <a:off x="0" y="301752"/>
            <a:ext cx="347133" cy="802892"/>
          </a:xfrm>
          <a:custGeom>
            <a:avLst/>
            <a:gdLst>
              <a:gd name="connsiteX0" fmla="*/ 0 w 2965076"/>
              <a:gd name="connsiteY0" fmla="*/ 0 h 6857999"/>
              <a:gd name="connsiteX1" fmla="*/ 2965076 w 2965076"/>
              <a:gd name="connsiteY1" fmla="*/ 0 h 6857999"/>
              <a:gd name="connsiteX2" fmla="*/ 2965076 w 2965076"/>
              <a:gd name="connsiteY2" fmla="*/ 6857999 h 6857999"/>
              <a:gd name="connsiteX3" fmla="*/ 0 w 2965076"/>
              <a:gd name="connsiteY3" fmla="*/ 6857999 h 6857999"/>
              <a:gd name="connsiteX4" fmla="*/ 0 w 2965076"/>
              <a:gd name="connsiteY4" fmla="*/ 0 h 6857999"/>
              <a:gd name="connsiteX0" fmla="*/ 0 w 2965076"/>
              <a:gd name="connsiteY0" fmla="*/ 6857999 h 6857999"/>
              <a:gd name="connsiteX1" fmla="*/ 2965076 w 2965076"/>
              <a:gd name="connsiteY1" fmla="*/ 0 h 6857999"/>
              <a:gd name="connsiteX2" fmla="*/ 2965076 w 2965076"/>
              <a:gd name="connsiteY2" fmla="*/ 6857999 h 6857999"/>
              <a:gd name="connsiteX3" fmla="*/ 0 w 2965076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5076" h="6857999">
                <a:moveTo>
                  <a:pt x="0" y="6857999"/>
                </a:moveTo>
                <a:lnTo>
                  <a:pt x="2965076" y="0"/>
                </a:lnTo>
                <a:lnTo>
                  <a:pt x="2965076" y="6857999"/>
                </a:lnTo>
                <a:lnTo>
                  <a:pt x="0" y="6857999"/>
                </a:ln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228600" indent="-228600" algn="ctr">
              <a:buFont typeface="Arial" pitchFamily="34" charset="0"/>
              <a:buChar char="•"/>
            </a:pPr>
            <a:endParaRPr lang="en-US" sz="1400" err="1">
              <a:solidFill>
                <a:schemeClr val="tx1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D1734E0-26C9-4951-4D48-415DAB6F0911}"/>
              </a:ext>
            </a:extLst>
          </p:cNvPr>
          <p:cNvPicPr>
            <a:picLocks noChangeAspect="1"/>
          </p:cNvPicPr>
          <p:nvPr userDrawn="1">
            <p:custDataLst>
              <p:tags r:id="rId49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10306418" y="6507423"/>
            <a:ext cx="1043527" cy="186804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AB0B5C8-4ED8-B8E4-6E48-A12063B67FB9}"/>
              </a:ext>
            </a:extLst>
          </p:cNvPr>
          <p:cNvCxnSpPr>
            <a:cxnSpLocks/>
          </p:cNvCxnSpPr>
          <p:nvPr userDrawn="1"/>
        </p:nvCxnSpPr>
        <p:spPr>
          <a:xfrm>
            <a:off x="1524" y="6297637"/>
            <a:ext cx="12188952" cy="0"/>
          </a:xfrm>
          <a:prstGeom prst="line">
            <a:avLst/>
          </a:prstGeom>
          <a:ln w="952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92EFA9D-6B41-14AE-7BF1-8B05EA515B7C}"/>
              </a:ext>
            </a:extLst>
          </p:cNvPr>
          <p:cNvGrpSpPr/>
          <p:nvPr userDrawn="1"/>
        </p:nvGrpSpPr>
        <p:grpSpPr>
          <a:xfrm>
            <a:off x="-1138210" y="399288"/>
            <a:ext cx="990164" cy="6059424"/>
            <a:chOff x="-1139989" y="399288"/>
            <a:chExt cx="990164" cy="605942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53A357B-6F6D-A473-8735-36C19D27108F}"/>
                </a:ext>
              </a:extLst>
            </p:cNvPr>
            <p:cNvSpPr/>
            <p:nvPr userDrawn="1"/>
          </p:nvSpPr>
          <p:spPr>
            <a:xfrm>
              <a:off x="-1139989" y="399288"/>
              <a:ext cx="990164" cy="60594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marL="228600" indent="-228600" algn="ctr">
                <a:buFont typeface="Arial" pitchFamily="34" charset="0"/>
                <a:buChar char="•"/>
              </a:pPr>
              <a:endParaRPr lang="en-US" sz="1400">
                <a:solidFill>
                  <a:schemeClr val="tx1"/>
                </a:solidFill>
              </a:endParaRP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7DA3CFCA-6B55-7359-2446-3A4E674C9FE7}"/>
                </a:ext>
              </a:extLst>
            </p:cNvPr>
            <p:cNvGrpSpPr/>
            <p:nvPr userDrawn="1">
              <p:custDataLst>
                <p:tags r:id="rId59"/>
              </p:custDataLst>
            </p:nvPr>
          </p:nvGrpSpPr>
          <p:grpSpPr>
            <a:xfrm>
              <a:off x="-1081089" y="552958"/>
              <a:ext cx="872364" cy="5752085"/>
              <a:chOff x="-2110614" y="552958"/>
              <a:chExt cx="872364" cy="5752085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4DDC8F2-28DA-63E0-CD98-2CF324555BA9}"/>
                  </a:ext>
                </a:extLst>
              </p:cNvPr>
              <p:cNvSpPr/>
              <p:nvPr userDrawn="1">
                <p:custDataLst>
                  <p:tags r:id="rId60"/>
                </p:custDataLst>
              </p:nvPr>
            </p:nvSpPr>
            <p:spPr>
              <a:xfrm>
                <a:off x="-2110614" y="552958"/>
                <a:ext cx="872364" cy="279019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/>
              <a:p>
                <a:pPr marL="0" algn="ctr" defTabSz="914164" rtl="0" eaLnBrk="1" latinLnBrk="0" hangingPunct="1"/>
                <a:r>
                  <a:rPr lang="en-US" sz="900" b="1" kern="1200">
                    <a:solidFill>
                      <a:schemeClr val="tx1"/>
                    </a:solidFill>
                    <a:latin typeface="Montserrat" panose="00000500000000000000" pitchFamily="2" charset="0"/>
                    <a:ea typeface="+mn-ea"/>
                    <a:cs typeface="Arial" panose="020B0604020202020204" pitchFamily="34" charset="0"/>
                  </a:rPr>
                  <a:t>PPT Default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0C40C08-83C9-13A6-80FC-32BE2CDCE3CB}"/>
                  </a:ext>
                </a:extLst>
              </p:cNvPr>
              <p:cNvSpPr/>
              <p:nvPr userDrawn="1">
                <p:custDataLst>
                  <p:tags r:id="rId61"/>
                </p:custDataLst>
              </p:nvPr>
            </p:nvSpPr>
            <p:spPr>
              <a:xfrm>
                <a:off x="-2053908" y="882651"/>
                <a:ext cx="758952" cy="758952"/>
              </a:xfrm>
              <a:prstGeom prst="rect">
                <a:avLst/>
              </a:prstGeom>
              <a:solidFill>
                <a:schemeClr val="accent1"/>
              </a:solidFill>
              <a:ln w="3175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0" rIns="0" bIns="0" rtlCol="0" anchor="ctr" anchorCtr="0"/>
              <a:lstStyle/>
              <a:p>
                <a:r>
                  <a:rPr lang="en-US" sz="1400" b="1">
                    <a:solidFill>
                      <a:schemeClr val="bg1"/>
                    </a:solidFill>
                  </a:rPr>
                  <a:t>R: 0</a:t>
                </a:r>
              </a:p>
              <a:p>
                <a:r>
                  <a:rPr lang="en-US" sz="1400" b="1">
                    <a:solidFill>
                      <a:schemeClr val="bg1"/>
                    </a:solidFill>
                  </a:rPr>
                  <a:t>G: 65</a:t>
                </a:r>
              </a:p>
              <a:p>
                <a:r>
                  <a:rPr lang="en-US" sz="1400" b="1">
                    <a:solidFill>
                      <a:schemeClr val="bg1"/>
                    </a:solidFill>
                  </a:rPr>
                  <a:t>B: 101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7139BA8-7006-E425-806D-85ECAB2E3912}"/>
                  </a:ext>
                </a:extLst>
              </p:cNvPr>
              <p:cNvSpPr/>
              <p:nvPr userDrawn="1">
                <p:custDataLst>
                  <p:tags r:id="rId62"/>
                </p:custDataLst>
              </p:nvPr>
            </p:nvSpPr>
            <p:spPr>
              <a:xfrm>
                <a:off x="-2053908" y="3680715"/>
                <a:ext cx="758952" cy="758952"/>
              </a:xfrm>
              <a:prstGeom prst="rect">
                <a:avLst/>
              </a:prstGeom>
              <a:solidFill>
                <a:schemeClr val="accent4"/>
              </a:solidFill>
              <a:ln w="3175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0" rIns="0" bIns="0" rtlCol="0" anchor="ctr" anchorCtr="0"/>
              <a:lstStyle/>
              <a:p>
                <a:r>
                  <a:rPr lang="en-US" sz="1400" b="1">
                    <a:solidFill>
                      <a:schemeClr val="bg1"/>
                    </a:solidFill>
                  </a:rPr>
                  <a:t>R: 0</a:t>
                </a:r>
              </a:p>
              <a:p>
                <a:r>
                  <a:rPr lang="en-US" sz="1400" b="1">
                    <a:solidFill>
                      <a:schemeClr val="bg1"/>
                    </a:solidFill>
                  </a:rPr>
                  <a:t>G: 122</a:t>
                </a:r>
              </a:p>
              <a:p>
                <a:r>
                  <a:rPr lang="en-US" sz="1400" b="1">
                    <a:solidFill>
                      <a:schemeClr val="bg1"/>
                    </a:solidFill>
                  </a:rPr>
                  <a:t>B: 201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DB3CC75-3505-8E33-5954-23F61CDA5076}"/>
                  </a:ext>
                </a:extLst>
              </p:cNvPr>
              <p:cNvSpPr/>
              <p:nvPr userDrawn="1">
                <p:custDataLst>
                  <p:tags r:id="rId63"/>
                </p:custDataLst>
              </p:nvPr>
            </p:nvSpPr>
            <p:spPr>
              <a:xfrm>
                <a:off x="-2053908" y="5546091"/>
                <a:ext cx="758952" cy="758952"/>
              </a:xfrm>
              <a:prstGeom prst="rect">
                <a:avLst/>
              </a:prstGeom>
              <a:solidFill>
                <a:schemeClr val="accent6"/>
              </a:solidFill>
              <a:ln w="3175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0" rIns="0" bIns="0" rtlCol="0" anchor="ctr" anchorCtr="0"/>
              <a:lstStyle/>
              <a:p>
                <a:r>
                  <a:rPr lang="en-US" sz="1400" b="1">
                    <a:solidFill>
                      <a:schemeClr val="bg1"/>
                    </a:solidFill>
                  </a:rPr>
                  <a:t>R: 72</a:t>
                </a:r>
              </a:p>
              <a:p>
                <a:r>
                  <a:rPr lang="en-US" sz="1400" b="1">
                    <a:solidFill>
                      <a:schemeClr val="bg1"/>
                    </a:solidFill>
                  </a:rPr>
                  <a:t>G: 72</a:t>
                </a:r>
              </a:p>
              <a:p>
                <a:r>
                  <a:rPr lang="en-US" sz="1400" b="1">
                    <a:solidFill>
                      <a:schemeClr val="bg1"/>
                    </a:solidFill>
                  </a:rPr>
                  <a:t>B: 74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715A882-F720-B479-761A-C83B062C9CC1}"/>
                  </a:ext>
                </a:extLst>
              </p:cNvPr>
              <p:cNvSpPr/>
              <p:nvPr userDrawn="1">
                <p:custDataLst>
                  <p:tags r:id="rId64"/>
                </p:custDataLst>
              </p:nvPr>
            </p:nvSpPr>
            <p:spPr>
              <a:xfrm>
                <a:off x="-2053908" y="1815339"/>
                <a:ext cx="758952" cy="758952"/>
              </a:xfrm>
              <a:prstGeom prst="rect">
                <a:avLst/>
              </a:prstGeom>
              <a:solidFill>
                <a:schemeClr val="accent2"/>
              </a:solidFill>
              <a:ln w="3175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0" rIns="0" bIns="0" rtlCol="0" anchor="ctr" anchorCtr="0"/>
              <a:lstStyle/>
              <a:p>
                <a:r>
                  <a:rPr lang="en-US" sz="1400" b="1">
                    <a:solidFill>
                      <a:schemeClr val="bg1"/>
                    </a:solidFill>
                  </a:rPr>
                  <a:t>R: 63 </a:t>
                </a:r>
              </a:p>
              <a:p>
                <a:r>
                  <a:rPr lang="en-US" sz="1400" b="1">
                    <a:solidFill>
                      <a:schemeClr val="bg1"/>
                    </a:solidFill>
                  </a:rPr>
                  <a:t>G: 133</a:t>
                </a:r>
              </a:p>
              <a:p>
                <a:r>
                  <a:rPr lang="en-US" sz="1400" b="1">
                    <a:solidFill>
                      <a:schemeClr val="bg1"/>
                    </a:solidFill>
                  </a:rPr>
                  <a:t>B: 158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BB70B1B7-BA07-E62C-CABE-6953044D667F}"/>
                  </a:ext>
                </a:extLst>
              </p:cNvPr>
              <p:cNvSpPr/>
              <p:nvPr userDrawn="1">
                <p:custDataLst>
                  <p:tags r:id="rId65"/>
                </p:custDataLst>
              </p:nvPr>
            </p:nvSpPr>
            <p:spPr>
              <a:xfrm>
                <a:off x="-2053908" y="2748027"/>
                <a:ext cx="758952" cy="758952"/>
              </a:xfrm>
              <a:prstGeom prst="rect">
                <a:avLst/>
              </a:prstGeom>
              <a:solidFill>
                <a:schemeClr val="accent3"/>
              </a:solidFill>
              <a:ln w="3175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0" rIns="0" bIns="0" rtlCol="0" anchor="ctr" anchorCtr="0"/>
              <a:lstStyle/>
              <a:p>
                <a:r>
                  <a:rPr lang="en-US" sz="1400" b="1">
                    <a:solidFill>
                      <a:schemeClr val="bg1"/>
                    </a:solidFill>
                  </a:rPr>
                  <a:t>R: 154</a:t>
                </a:r>
              </a:p>
              <a:p>
                <a:r>
                  <a:rPr lang="en-US" sz="1400" b="1">
                    <a:solidFill>
                      <a:schemeClr val="bg1"/>
                    </a:solidFill>
                  </a:rPr>
                  <a:t>G: 155</a:t>
                </a:r>
              </a:p>
              <a:p>
                <a:r>
                  <a:rPr lang="en-US" sz="1400" b="1">
                    <a:solidFill>
                      <a:schemeClr val="bg1"/>
                    </a:solidFill>
                  </a:rPr>
                  <a:t>B: 156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ED341AE-7C2B-198E-5D3E-C97673EDF81C}"/>
                  </a:ext>
                </a:extLst>
              </p:cNvPr>
              <p:cNvSpPr/>
              <p:nvPr userDrawn="1">
                <p:custDataLst>
                  <p:tags r:id="rId66"/>
                </p:custDataLst>
              </p:nvPr>
            </p:nvSpPr>
            <p:spPr>
              <a:xfrm>
                <a:off x="-2053908" y="4613403"/>
                <a:ext cx="758952" cy="758952"/>
              </a:xfrm>
              <a:prstGeom prst="rect">
                <a:avLst/>
              </a:prstGeom>
              <a:solidFill>
                <a:schemeClr val="accent5"/>
              </a:solidFill>
              <a:ln w="3175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0" rIns="0" bIns="0" rtlCol="0" anchor="ctr" anchorCtr="0"/>
              <a:lstStyle/>
              <a:p>
                <a:r>
                  <a:rPr lang="en-US" sz="1400" b="1">
                    <a:solidFill>
                      <a:schemeClr val="bg1"/>
                    </a:solidFill>
                  </a:rPr>
                  <a:t>R: 0</a:t>
                </a:r>
              </a:p>
              <a:p>
                <a:r>
                  <a:rPr lang="en-US" sz="1400" b="1">
                    <a:solidFill>
                      <a:schemeClr val="bg1"/>
                    </a:solidFill>
                  </a:rPr>
                  <a:t>G: 133</a:t>
                </a:r>
              </a:p>
              <a:p>
                <a:r>
                  <a:rPr lang="en-US" sz="1400" b="1">
                    <a:solidFill>
                      <a:schemeClr val="bg1"/>
                    </a:solidFill>
                  </a:rPr>
                  <a:t>B: 102</a:t>
                </a:r>
              </a:p>
            </p:txBody>
          </p:sp>
        </p:grp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F20FA59-E4AD-8690-64C1-2DB4E1379F62}"/>
              </a:ext>
            </a:extLst>
          </p:cNvPr>
          <p:cNvGrpSpPr/>
          <p:nvPr userDrawn="1"/>
        </p:nvGrpSpPr>
        <p:grpSpPr>
          <a:xfrm>
            <a:off x="12340046" y="399288"/>
            <a:ext cx="990164" cy="6059424"/>
            <a:chOff x="12338267" y="399288"/>
            <a:chExt cx="990164" cy="6059424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A019A53-844E-468D-B315-BFE9C987E2AC}"/>
                </a:ext>
              </a:extLst>
            </p:cNvPr>
            <p:cNvSpPr/>
            <p:nvPr userDrawn="1"/>
          </p:nvSpPr>
          <p:spPr>
            <a:xfrm>
              <a:off x="12338267" y="399288"/>
              <a:ext cx="990164" cy="60594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marL="228600" indent="-228600" algn="ctr">
                <a:buFont typeface="Arial" pitchFamily="34" charset="0"/>
                <a:buChar char="•"/>
              </a:pPr>
              <a:endParaRPr lang="en-US" sz="1400">
                <a:solidFill>
                  <a:schemeClr val="tx1"/>
                </a:solidFill>
              </a:endParaRP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F29083E9-EAC8-662E-F474-0B6217B3A929}"/>
                </a:ext>
              </a:extLst>
            </p:cNvPr>
            <p:cNvGrpSpPr/>
            <p:nvPr userDrawn="1">
              <p:custDataLst>
                <p:tags r:id="rId51"/>
              </p:custDataLst>
            </p:nvPr>
          </p:nvGrpSpPr>
          <p:grpSpPr>
            <a:xfrm>
              <a:off x="12397167" y="552958"/>
              <a:ext cx="872364" cy="5752085"/>
              <a:chOff x="13325474" y="552958"/>
              <a:chExt cx="872364" cy="5752085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9CA73109-4BA5-A423-9CD9-05283B5A9D6E}"/>
                  </a:ext>
                </a:extLst>
              </p:cNvPr>
              <p:cNvSpPr/>
              <p:nvPr userDrawn="1">
                <p:custDataLst>
                  <p:tags r:id="rId52"/>
                </p:custDataLst>
              </p:nvPr>
            </p:nvSpPr>
            <p:spPr>
              <a:xfrm>
                <a:off x="13325474" y="552958"/>
                <a:ext cx="872364" cy="279019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/>
              <a:lstStyle/>
              <a:p>
                <a:pPr marL="0" marR="0" lvl="0" indent="0" algn="ctr" defTabSz="91416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900" b="1" err="1">
                    <a:solidFill>
                      <a:schemeClr val="tx1"/>
                    </a:solidFill>
                    <a:latin typeface="Montserrat" panose="00000500000000000000" pitchFamily="2" charset="0"/>
                    <a:cs typeface="Arial" panose="020B0604020202020204" pitchFamily="34" charset="0"/>
                  </a:rPr>
                  <a:t>Add’l</a:t>
                </a:r>
                <a:r>
                  <a:rPr lang="en-US" sz="900" b="1">
                    <a:solidFill>
                      <a:schemeClr val="tx1"/>
                    </a:solidFill>
                    <a:latin typeface="Montserrat" panose="00000500000000000000" pitchFamily="2" charset="0"/>
                    <a:cs typeface="Arial" panose="020B0604020202020204" pitchFamily="34" charset="0"/>
                  </a:rPr>
                  <a:t> Options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8FD8A78E-8E56-A94C-4CBE-2D78AD3B106E}"/>
                  </a:ext>
                </a:extLst>
              </p:cNvPr>
              <p:cNvSpPr/>
              <p:nvPr userDrawn="1">
                <p:custDataLst>
                  <p:tags r:id="rId53"/>
                </p:custDataLst>
              </p:nvPr>
            </p:nvSpPr>
            <p:spPr>
              <a:xfrm>
                <a:off x="13382180" y="3680715"/>
                <a:ext cx="758952" cy="758952"/>
              </a:xfrm>
              <a:prstGeom prst="rect">
                <a:avLst/>
              </a:prstGeom>
              <a:solidFill>
                <a:srgbClr val="7AB800"/>
              </a:solidFill>
              <a:ln w="3175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0" rIns="0" bIns="0" rtlCol="0" anchor="ctr" anchorCtr="0"/>
              <a:lstStyle/>
              <a:p>
                <a:r>
                  <a:rPr lang="en-US" sz="1400" b="1">
                    <a:solidFill>
                      <a:schemeClr val="bg1"/>
                    </a:solidFill>
                  </a:rPr>
                  <a:t>R: 122</a:t>
                </a:r>
              </a:p>
              <a:p>
                <a:r>
                  <a:rPr lang="en-US" sz="1400" b="1">
                    <a:solidFill>
                      <a:schemeClr val="bg1"/>
                    </a:solidFill>
                  </a:rPr>
                  <a:t>G: 184</a:t>
                </a:r>
              </a:p>
              <a:p>
                <a:r>
                  <a:rPr lang="en-US" sz="1400" b="1">
                    <a:solidFill>
                      <a:schemeClr val="bg1"/>
                    </a:solidFill>
                  </a:rPr>
                  <a:t>B: 0</a:t>
                </a:r>
                <a:endParaRPr lang="en-US" sz="14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C192DB4F-A140-DD82-DFE0-39E29D9B765B}"/>
                  </a:ext>
                </a:extLst>
              </p:cNvPr>
              <p:cNvSpPr/>
              <p:nvPr userDrawn="1">
                <p:custDataLst>
                  <p:tags r:id="rId54"/>
                </p:custDataLst>
              </p:nvPr>
            </p:nvSpPr>
            <p:spPr>
              <a:xfrm>
                <a:off x="13382180" y="882651"/>
                <a:ext cx="758952" cy="758952"/>
              </a:xfrm>
              <a:prstGeom prst="rect">
                <a:avLst/>
              </a:prstGeom>
              <a:solidFill>
                <a:srgbClr val="3DB7E4"/>
              </a:solidFill>
              <a:ln w="3175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0" rIns="0" bIns="0" rtlCol="0" anchor="ctr" anchorCtr="0"/>
              <a:lstStyle/>
              <a:p>
                <a:r>
                  <a:rPr lang="en-US" sz="1400" b="1">
                    <a:solidFill>
                      <a:schemeClr val="bg1"/>
                    </a:solidFill>
                  </a:rPr>
                  <a:t>R: 61 </a:t>
                </a:r>
              </a:p>
              <a:p>
                <a:r>
                  <a:rPr lang="en-US" sz="1400" b="1">
                    <a:solidFill>
                      <a:schemeClr val="bg1"/>
                    </a:solidFill>
                  </a:rPr>
                  <a:t>G: 183</a:t>
                </a:r>
              </a:p>
              <a:p>
                <a:r>
                  <a:rPr lang="en-US" sz="1400" b="1">
                    <a:solidFill>
                      <a:schemeClr val="bg1"/>
                    </a:solidFill>
                  </a:rPr>
                  <a:t>B: 228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A8639457-E8A0-09B4-BCCC-FB56C91AEF1E}"/>
                  </a:ext>
                </a:extLst>
              </p:cNvPr>
              <p:cNvSpPr/>
              <p:nvPr userDrawn="1">
                <p:custDataLst>
                  <p:tags r:id="rId55"/>
                </p:custDataLst>
              </p:nvPr>
            </p:nvSpPr>
            <p:spPr>
              <a:xfrm>
                <a:off x="13382180" y="1815339"/>
                <a:ext cx="758952" cy="758952"/>
              </a:xfrm>
              <a:prstGeom prst="rect">
                <a:avLst/>
              </a:prstGeom>
              <a:solidFill>
                <a:srgbClr val="C2DEEA"/>
              </a:solidFill>
              <a:ln w="3175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0" rIns="0" bIns="0" rtlCol="0" anchor="ctr" anchorCtr="0"/>
              <a:lstStyle/>
              <a:p>
                <a:r>
                  <a:rPr lang="en-US" sz="1400" b="1">
                    <a:solidFill>
                      <a:schemeClr val="tx1"/>
                    </a:solidFill>
                  </a:rPr>
                  <a:t>R: 194</a:t>
                </a:r>
              </a:p>
              <a:p>
                <a:r>
                  <a:rPr lang="en-US" sz="1400" b="1">
                    <a:solidFill>
                      <a:schemeClr val="tx1"/>
                    </a:solidFill>
                  </a:rPr>
                  <a:t>G: 222</a:t>
                </a:r>
              </a:p>
              <a:p>
                <a:r>
                  <a:rPr lang="en-US" sz="1400" b="1">
                    <a:solidFill>
                      <a:schemeClr val="tx1"/>
                    </a:solidFill>
                  </a:rPr>
                  <a:t>B: 234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A8E524D4-7A75-D40A-EA6D-6D88047163D3}"/>
                  </a:ext>
                </a:extLst>
              </p:cNvPr>
              <p:cNvSpPr/>
              <p:nvPr userDrawn="1">
                <p:custDataLst>
                  <p:tags r:id="rId56"/>
                </p:custDataLst>
              </p:nvPr>
            </p:nvSpPr>
            <p:spPr>
              <a:xfrm>
                <a:off x="13382180" y="5546091"/>
                <a:ext cx="758952" cy="758952"/>
              </a:xfrm>
              <a:prstGeom prst="rect">
                <a:avLst/>
              </a:prstGeom>
              <a:solidFill>
                <a:srgbClr val="D5D6D2"/>
              </a:solidFill>
              <a:ln w="3175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0" rIns="0" bIns="0" rtlCol="0" anchor="ctr" anchorCtr="0"/>
              <a:lstStyle/>
              <a:p>
                <a:r>
                  <a:rPr lang="en-US" sz="1400" b="1">
                    <a:solidFill>
                      <a:schemeClr val="tx1"/>
                    </a:solidFill>
                  </a:rPr>
                  <a:t>R: 213</a:t>
                </a:r>
              </a:p>
              <a:p>
                <a:r>
                  <a:rPr lang="en-US" sz="1400" b="1">
                    <a:solidFill>
                      <a:schemeClr val="tx1"/>
                    </a:solidFill>
                  </a:rPr>
                  <a:t>G: 214</a:t>
                </a:r>
              </a:p>
              <a:p>
                <a:r>
                  <a:rPr lang="en-US" sz="1400" b="1">
                    <a:solidFill>
                      <a:schemeClr val="tx1"/>
                    </a:solidFill>
                  </a:rPr>
                  <a:t>B: 210</a:t>
                </a: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DDE93949-BE75-8D31-26E2-EDA83B2C4FB2}"/>
                  </a:ext>
                </a:extLst>
              </p:cNvPr>
              <p:cNvSpPr/>
              <p:nvPr userDrawn="1">
                <p:custDataLst>
                  <p:tags r:id="rId57"/>
                </p:custDataLst>
              </p:nvPr>
            </p:nvSpPr>
            <p:spPr>
              <a:xfrm>
                <a:off x="13382180" y="2748027"/>
                <a:ext cx="758952" cy="758952"/>
              </a:xfrm>
              <a:prstGeom prst="rect">
                <a:avLst/>
              </a:prstGeom>
              <a:solidFill>
                <a:srgbClr val="57068C"/>
              </a:solidFill>
              <a:ln w="3175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0" rIns="0" bIns="0" rtlCol="0" anchor="ctr" anchorCtr="0"/>
              <a:lstStyle/>
              <a:p>
                <a:r>
                  <a:rPr lang="en-US" sz="1400" b="1">
                    <a:solidFill>
                      <a:schemeClr val="bg1"/>
                    </a:solidFill>
                  </a:rPr>
                  <a:t>R: 87 </a:t>
                </a:r>
              </a:p>
              <a:p>
                <a:r>
                  <a:rPr lang="en-US" sz="1400" b="1">
                    <a:solidFill>
                      <a:schemeClr val="bg1"/>
                    </a:solidFill>
                  </a:rPr>
                  <a:t>G: 6</a:t>
                </a:r>
              </a:p>
              <a:p>
                <a:r>
                  <a:rPr lang="en-US" sz="1400" b="1">
                    <a:solidFill>
                      <a:schemeClr val="bg1"/>
                    </a:solidFill>
                  </a:rPr>
                  <a:t>B: 140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0A3D67D9-D217-111A-C707-F6DBF856163F}"/>
                  </a:ext>
                </a:extLst>
              </p:cNvPr>
              <p:cNvSpPr/>
              <p:nvPr userDrawn="1">
                <p:custDataLst>
                  <p:tags r:id="rId58"/>
                </p:custDataLst>
              </p:nvPr>
            </p:nvSpPr>
            <p:spPr>
              <a:xfrm>
                <a:off x="13382180" y="4613403"/>
                <a:ext cx="758952" cy="758952"/>
              </a:xfrm>
              <a:prstGeom prst="rect">
                <a:avLst/>
              </a:prstGeom>
              <a:solidFill>
                <a:srgbClr val="8193DB"/>
              </a:solidFill>
              <a:ln w="3175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0" tIns="0" rIns="0" bIns="0" rtlCol="0" anchor="ctr" anchorCtr="0"/>
              <a:lstStyle/>
              <a:p>
                <a:r>
                  <a:rPr lang="en-US" sz="1400" b="1">
                    <a:solidFill>
                      <a:schemeClr val="bg1"/>
                    </a:solidFill>
                  </a:rPr>
                  <a:t>R: 129</a:t>
                </a:r>
              </a:p>
              <a:p>
                <a:r>
                  <a:rPr lang="en-US" sz="1400" b="1">
                    <a:solidFill>
                      <a:schemeClr val="bg1"/>
                    </a:solidFill>
                  </a:rPr>
                  <a:t>G: 147</a:t>
                </a:r>
              </a:p>
              <a:p>
                <a:r>
                  <a:rPr lang="en-US" sz="1400" b="1">
                    <a:solidFill>
                      <a:schemeClr val="bg1"/>
                    </a:solidFill>
                  </a:rPr>
                  <a:t>B:  219</a:t>
                </a:r>
              </a:p>
            </p:txBody>
          </p:sp>
        </p:grpSp>
      </p:grp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77837EE-09BB-BF9C-EB6B-03A7BFFFD430}"/>
              </a:ext>
            </a:extLst>
          </p:cNvPr>
          <p:cNvCxnSpPr>
            <a:cxnSpLocks/>
          </p:cNvCxnSpPr>
          <p:nvPr userDrawn="1"/>
        </p:nvCxnSpPr>
        <p:spPr>
          <a:xfrm rot="1380000">
            <a:off x="11429490" y="6466691"/>
            <a:ext cx="0" cy="268268"/>
          </a:xfrm>
          <a:prstGeom prst="line">
            <a:avLst/>
          </a:prstGeom>
          <a:ln w="9525">
            <a:solidFill>
              <a:schemeClr val="tx1"/>
            </a:solidFill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EC3C760-62AB-B33C-0614-B36C6455704D}"/>
              </a:ext>
            </a:extLst>
          </p:cNvPr>
          <p:cNvCxnSpPr>
            <a:cxnSpLocks/>
          </p:cNvCxnSpPr>
          <p:nvPr userDrawn="1"/>
        </p:nvCxnSpPr>
        <p:spPr>
          <a:xfrm rot="1380000">
            <a:off x="10211232" y="6466691"/>
            <a:ext cx="0" cy="268268"/>
          </a:xfrm>
          <a:prstGeom prst="line">
            <a:avLst/>
          </a:prstGeom>
          <a:ln w="9525">
            <a:solidFill>
              <a:schemeClr val="tx1"/>
            </a:solidFill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Slide Number Placeholder 66">
            <a:extLst>
              <a:ext uri="{FF2B5EF4-FFF2-40B4-BE49-F238E27FC236}">
                <a16:creationId xmlns:a16="http://schemas.microsoft.com/office/drawing/2014/main" id="{8C834758-F0C1-D759-18B4-A67130901435}"/>
              </a:ext>
            </a:extLst>
          </p:cNvPr>
          <p:cNvSpPr txBox="1">
            <a:spLocks/>
          </p:cNvSpPr>
          <p:nvPr userDrawn="1">
            <p:custDataLst>
              <p:tags r:id="rId50"/>
            </p:custDataLst>
          </p:nvPr>
        </p:nvSpPr>
        <p:spPr>
          <a:xfrm>
            <a:off x="8150225" y="6527800"/>
            <a:ext cx="205343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164" rtl="0" eaLnBrk="1" latinLnBrk="0" hangingPunct="1">
              <a:defRPr sz="11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081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164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247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330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412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493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576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658" algn="l" defTabSz="91416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000">
                <a:solidFill>
                  <a:schemeClr val="tx1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CLIENT    </a:t>
            </a:r>
            <a:endParaRPr lang="en-US" sz="1000" b="0">
              <a:solidFill>
                <a:schemeClr val="tx1"/>
              </a:solidFill>
              <a:latin typeface="+mj-lt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0057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50" r:id="rId2"/>
    <p:sldLayoutId id="2147483649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1" r:id="rId9"/>
    <p:sldLayoutId id="2147483657" r:id="rId10"/>
    <p:sldLayoutId id="2147483658" r:id="rId11"/>
    <p:sldLayoutId id="2147483659" r:id="rId12"/>
    <p:sldLayoutId id="2147483661" r:id="rId13"/>
    <p:sldLayoutId id="2147483660" r:id="rId14"/>
    <p:sldLayoutId id="2147483662" r:id="rId15"/>
    <p:sldLayoutId id="2147483663" r:id="rId16"/>
    <p:sldLayoutId id="2147483664" r:id="rId17"/>
    <p:sldLayoutId id="2147483665" r:id="rId18"/>
    <p:sldLayoutId id="2147483667" r:id="rId19"/>
    <p:sldLayoutId id="2147483685" r:id="rId20"/>
    <p:sldLayoutId id="2147483684" r:id="rId21"/>
    <p:sldLayoutId id="2147483686" r:id="rId22"/>
    <p:sldLayoutId id="2147483666" r:id="rId23"/>
    <p:sldLayoutId id="2147483668" r:id="rId24"/>
    <p:sldLayoutId id="2147483669" r:id="rId25"/>
    <p:sldLayoutId id="2147483670" r:id="rId26"/>
    <p:sldLayoutId id="2147483687" r:id="rId27"/>
    <p:sldLayoutId id="2147483688" r:id="rId28"/>
    <p:sldLayoutId id="2147483671" r:id="rId29"/>
    <p:sldLayoutId id="2147483673" r:id="rId30"/>
    <p:sldLayoutId id="2147483672" r:id="rId31"/>
    <p:sldLayoutId id="2147483674" r:id="rId32"/>
    <p:sldLayoutId id="2147483675" r:id="rId33"/>
    <p:sldLayoutId id="2147483676" r:id="rId34"/>
    <p:sldLayoutId id="2147483677" r:id="rId35"/>
    <p:sldLayoutId id="2147483682" r:id="rId36"/>
    <p:sldLayoutId id="2147483678" r:id="rId37"/>
    <p:sldLayoutId id="2147483679" r:id="rId38"/>
    <p:sldLayoutId id="2147483680" r:id="rId39"/>
    <p:sldLayoutId id="2147483681" r:id="rId40"/>
    <p:sldLayoutId id="2147483683" r:id="rId41"/>
    <p:sldLayoutId id="2147483691" r:id="rId42"/>
    <p:sldLayoutId id="2147483692" r:id="rId43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Source Sans Pro" panose="020B0503030403020204" pitchFamily="34" charset="0"/>
        <a:buChar char="−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8001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85850" indent="-228600" algn="l" defTabSz="914400" rtl="0" eaLnBrk="1" latinLnBrk="0" hangingPunct="1">
        <a:lnSpc>
          <a:spcPct val="100000"/>
        </a:lnSpc>
        <a:spcBef>
          <a:spcPts val="500"/>
        </a:spcBef>
        <a:buSzPct val="75000"/>
        <a:buFont typeface="Wingdings" panose="05000000000000000000" pitchFamily="2" charset="2"/>
        <a:buChar char="§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SzPct val="75000"/>
        <a:buFont typeface="Source Sans Pro" panose="020B0503030403020204" pitchFamily="34" charset="0"/>
        <a:buChar char="−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12" userDrawn="1">
          <p15:clr>
            <a:srgbClr val="A4A3A4"/>
          </p15:clr>
        </p15:guide>
        <p15:guide id="2" pos="296" userDrawn="1">
          <p15:clr>
            <a:srgbClr val="F26B43"/>
          </p15:clr>
        </p15:guide>
        <p15:guide id="3" pos="7384" userDrawn="1">
          <p15:clr>
            <a:srgbClr val="F26B43"/>
          </p15:clr>
        </p15:guide>
        <p15:guide id="4" orient="horz" pos="3912" userDrawn="1">
          <p15:clr>
            <a:srgbClr val="F26B43"/>
          </p15:clr>
        </p15:guide>
        <p15:guide id="5" orient="horz" pos="904" userDrawn="1">
          <p15:clr>
            <a:srgbClr val="F26B43"/>
          </p15:clr>
        </p15:guide>
        <p15:guide id="6" pos="2544" userDrawn="1">
          <p15:clr>
            <a:srgbClr val="A4A3A4"/>
          </p15:clr>
        </p15:guide>
        <p15:guide id="7" pos="2714" userDrawn="1">
          <p15:clr>
            <a:srgbClr val="A4A3A4"/>
          </p15:clr>
        </p15:guide>
        <p15:guide id="8" pos="4962" userDrawn="1">
          <p15:clr>
            <a:srgbClr val="A4A3A4"/>
          </p15:clr>
        </p15:guide>
        <p15:guide id="9" pos="5136" userDrawn="1">
          <p15:clr>
            <a:srgbClr val="A4A3A4"/>
          </p15:clr>
        </p15:guide>
        <p15:guide id="10" pos="3752" userDrawn="1">
          <p15:clr>
            <a:srgbClr val="A4A3A4"/>
          </p15:clr>
        </p15:guide>
        <p15:guide id="11" pos="3928" userDrawn="1">
          <p15:clr>
            <a:srgbClr val="A4A3A4"/>
          </p15:clr>
        </p15:guide>
        <p15:guide id="12" orient="horz" pos="2484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dn.boatinternational.com/files/2024/12/8ec72830-b163-11ef-a6c6-491cb76a0430-GOB_2025_upload.pdf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4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2000" b="-7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F0BB94C5-6B9F-C375-AA82-9F53BEA0ECCD}"/>
              </a:ext>
            </a:extLst>
          </p:cNvPr>
          <p:cNvSpPr txBox="1">
            <a:spLocks/>
          </p:cNvSpPr>
          <p:nvPr/>
        </p:nvSpPr>
        <p:spPr>
          <a:xfrm>
            <a:off x="451820" y="855673"/>
            <a:ext cx="5470009" cy="1231106"/>
          </a:xfrm>
          <a:prstGeom prst="rect">
            <a:avLst/>
          </a:prstGeom>
        </p:spPr>
        <p:txBody>
          <a:bodyPr anchor="b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Source Sans Pro" panose="020B0503030403020204" pitchFamily="34" charset="0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01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585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5000"/>
              <a:buFont typeface="Wingdings" panose="05000000000000000000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SzPct val="75000"/>
              <a:buFont typeface="Source Sans Pro" panose="020B050303040302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/>
              <a:t>NAVIGATING LUXURY AT SEA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D8BC2CD-35DF-62CB-5E53-3C4DCB400E24}"/>
              </a:ext>
            </a:extLst>
          </p:cNvPr>
          <p:cNvSpPr txBox="1">
            <a:spLocks/>
          </p:cNvSpPr>
          <p:nvPr/>
        </p:nvSpPr>
        <p:spPr>
          <a:xfrm>
            <a:off x="451820" y="2172812"/>
            <a:ext cx="7995493" cy="41073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Source Sans Pro" panose="020B0503030403020204" pitchFamily="34" charset="0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01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585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5000"/>
              <a:buFont typeface="Wingdings" panose="05000000000000000000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SzPct val="75000"/>
              <a:buFont typeface="Source Sans Pro" panose="020B050303040302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>
                <a:solidFill>
                  <a:schemeClr val="accent6"/>
                </a:solidFill>
              </a:rPr>
              <a:t>Strategic insights and investment opportunities in the mega yacht sector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43F568E-D679-3B04-063F-E84F4A32A0DE}"/>
              </a:ext>
            </a:extLst>
          </p:cNvPr>
          <p:cNvSpPr txBox="1">
            <a:spLocks/>
          </p:cNvSpPr>
          <p:nvPr/>
        </p:nvSpPr>
        <p:spPr>
          <a:xfrm>
            <a:off x="451821" y="2630011"/>
            <a:ext cx="4539726" cy="24622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Source Sans Pro" panose="020B0503030403020204" pitchFamily="34" charset="0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01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585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5000"/>
              <a:buFont typeface="Wingdings" panose="05000000000000000000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SzPct val="75000"/>
              <a:buFont typeface="Source Sans Pro" panose="020B050303040302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>
                <a:solidFill>
                  <a:schemeClr val="bg1"/>
                </a:solidFill>
              </a:rPr>
              <a:t>TIFFANY BASCLE, JUUSO SAINIO, SYING LI, ANNA LEES, KAUSHIK PARDESHI, JUSTIN KISTER, EDUARD ZIMMERMANN, ALESSANDRO PUGLISI</a:t>
            </a:r>
            <a:endParaRPr lang="en-US" sz="1800" b="1">
              <a:solidFill>
                <a:schemeClr val="bg1"/>
              </a:solidFill>
              <a:ea typeface="Source Sans Pro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83C2FA-9E2A-AF7C-2E92-48D7A79D35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886950" y="6149976"/>
            <a:ext cx="1962150" cy="361950"/>
          </a:xfrm>
          <a:prstGeom prst="rect">
            <a:avLst/>
          </a:prstGeom>
          <a:solidFill>
            <a:srgbClr val="0009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026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CC6F880-9782-ABAB-7AAC-DDFD8928BF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9489" y="6105378"/>
            <a:ext cx="2391508" cy="5767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EC55D00-C07A-F920-1128-579B1F7C9041}"/>
              </a:ext>
            </a:extLst>
          </p:cNvPr>
          <p:cNvSpPr/>
          <p:nvPr/>
        </p:nvSpPr>
        <p:spPr>
          <a:xfrm>
            <a:off x="778412" y="1237956"/>
            <a:ext cx="10635176" cy="1519310"/>
          </a:xfrm>
          <a:prstGeom prst="round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ea typeface="+mn-lt"/>
                <a:cs typeface="+mn-lt"/>
              </a:rPr>
              <a:t>THE BRIEF</a:t>
            </a:r>
            <a:endParaRPr lang="en-US" sz="2000">
              <a:ea typeface="+mn-lt"/>
              <a:cs typeface="+mn-lt"/>
            </a:endParaRPr>
          </a:p>
          <a:p>
            <a:pPr algn="ctr"/>
            <a:r>
              <a:rPr lang="en-US">
                <a:ea typeface="+mn-lt"/>
                <a:cs typeface="+mn-lt"/>
              </a:rPr>
              <a:t>A private equity fund specializing in luxury goods manufacturing approached us to assess the mega yacht industry for custom-built vessels above €10–15 million and advise on whether and where to invest.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1865D62-98CD-3993-1521-164E5EFCBEA5}"/>
              </a:ext>
            </a:extLst>
          </p:cNvPr>
          <p:cNvSpPr/>
          <p:nvPr/>
        </p:nvSpPr>
        <p:spPr>
          <a:xfrm>
            <a:off x="778412" y="2999935"/>
            <a:ext cx="10635176" cy="1519310"/>
          </a:xfrm>
          <a:prstGeom prst="round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ea typeface="+mn-lt"/>
                <a:cs typeface="+mn-lt"/>
              </a:rPr>
              <a:t>WHAT WE WILL TAKE YOU THROUGH</a:t>
            </a:r>
            <a:r>
              <a:rPr lang="en-US" sz="2000">
                <a:ea typeface="+mn-lt"/>
                <a:cs typeface="+mn-lt"/>
              </a:rPr>
              <a:t> </a:t>
            </a:r>
            <a:endParaRPr lang="en-US" sz="2000"/>
          </a:p>
          <a:p>
            <a:pPr algn="ctr"/>
            <a:r>
              <a:rPr lang="en-US" sz="1600">
                <a:ea typeface="+mn-lt"/>
                <a:cs typeface="+mn-lt"/>
              </a:rPr>
              <a:t>We will walk you through the industry structure, the client base, and the competing strategies before examining the electrification transition and the market outlook. </a:t>
            </a:r>
          </a:p>
          <a:p>
            <a:pPr algn="ctr"/>
            <a:r>
              <a:rPr lang="en-US" sz="1600">
                <a:ea typeface="+mn-lt"/>
                <a:cs typeface="+mn-lt"/>
              </a:rPr>
              <a:t>Each section builds the evidence base for one question: which manufacturer should you buy, and why?</a:t>
            </a:r>
            <a:endParaRPr lang="en-US" sz="160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136547E-FE3C-B634-A847-D5623B9AB3B2}"/>
              </a:ext>
            </a:extLst>
          </p:cNvPr>
          <p:cNvSpPr/>
          <p:nvPr/>
        </p:nvSpPr>
        <p:spPr>
          <a:xfrm>
            <a:off x="778412" y="4761914"/>
            <a:ext cx="10635176" cy="1519310"/>
          </a:xfrm>
          <a:prstGeom prst="round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ea typeface="+mn-lt"/>
                <a:cs typeface="+mn-lt"/>
              </a:rPr>
              <a:t>OUR RECOMMENDATION</a:t>
            </a:r>
            <a:endParaRPr lang="en-US" sz="2000">
              <a:ea typeface="+mn-lt"/>
              <a:cs typeface="+mn-lt"/>
            </a:endParaRPr>
          </a:p>
          <a:p>
            <a:pPr algn="ctr"/>
            <a:r>
              <a:rPr lang="en-US">
                <a:ea typeface="+mn-lt"/>
                <a:cs typeface="+mn-lt"/>
              </a:rPr>
              <a:t> Two acquisition targets. Two risk-return profiles. One structural thesis. </a:t>
            </a:r>
            <a:r>
              <a:rPr lang="en-US" b="1">
                <a:ea typeface="+mn-lt"/>
                <a:cs typeface="+mn-lt"/>
              </a:rPr>
              <a:t>Wider Yachts:</a:t>
            </a:r>
            <a:r>
              <a:rPr lang="en-US">
                <a:ea typeface="+mn-lt"/>
                <a:cs typeface="+mn-lt"/>
              </a:rPr>
              <a:t> electrification pure-play, for a fund with high operational appetite. </a:t>
            </a:r>
            <a:r>
              <a:rPr lang="en-US" b="1">
                <a:ea typeface="+mn-lt"/>
                <a:cs typeface="+mn-lt"/>
              </a:rPr>
              <a:t>Sirena Yachts:</a:t>
            </a:r>
            <a:r>
              <a:rPr lang="en-US">
                <a:ea typeface="+mn-lt"/>
                <a:cs typeface="+mn-lt"/>
              </a:rPr>
              <a:t> scalable volume producer, for a fund </a:t>
            </a:r>
            <a:r>
              <a:rPr lang="en-US" err="1">
                <a:ea typeface="+mn-lt"/>
                <a:cs typeface="+mn-lt"/>
              </a:rPr>
              <a:t>prioritising</a:t>
            </a:r>
            <a:r>
              <a:rPr lang="en-US">
                <a:ea typeface="+mn-lt"/>
                <a:cs typeface="+mn-lt"/>
              </a:rPr>
              <a:t> production economics.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9ABEB068-144A-8722-B55D-A21F9248FF59}"/>
              </a:ext>
            </a:extLst>
          </p:cNvPr>
          <p:cNvSpPr>
            <a:spLocks noChangeAspect="1"/>
          </p:cNvSpPr>
          <p:nvPr/>
        </p:nvSpPr>
        <p:spPr>
          <a:xfrm rot="5400000">
            <a:off x="5762477" y="2539219"/>
            <a:ext cx="678763" cy="678763"/>
          </a:xfrm>
          <a:prstGeom prst="rightArrow">
            <a:avLst/>
          </a:prstGeom>
          <a:solidFill>
            <a:schemeClr val="bg1"/>
          </a:solidFill>
          <a:ln w="63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ABBF34C8-95C9-DDCE-7C5F-72D08509E8EC}"/>
              </a:ext>
            </a:extLst>
          </p:cNvPr>
          <p:cNvSpPr>
            <a:spLocks noChangeAspect="1"/>
          </p:cNvSpPr>
          <p:nvPr/>
        </p:nvSpPr>
        <p:spPr>
          <a:xfrm rot="5400000">
            <a:off x="5762477" y="4301198"/>
            <a:ext cx="678763" cy="678763"/>
          </a:xfrm>
          <a:prstGeom prst="rightArrow">
            <a:avLst/>
          </a:prstGeom>
          <a:solidFill>
            <a:schemeClr val="bg1"/>
          </a:solidFill>
          <a:ln w="63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C5B490B3-E517-C077-5EC0-89FD9B894CA2}"/>
              </a:ext>
            </a:extLst>
          </p:cNvPr>
          <p:cNvSpPr txBox="1">
            <a:spLocks/>
          </p:cNvSpPr>
          <p:nvPr/>
        </p:nvSpPr>
        <p:spPr>
          <a:xfrm>
            <a:off x="472440" y="301752"/>
            <a:ext cx="11247120" cy="42976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/>
              <a:t>Today's Agenda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D0A3194-EC7A-3481-E667-FAC1875A8CCC}"/>
              </a:ext>
            </a:extLst>
          </p:cNvPr>
          <p:cNvSpPr txBox="1">
            <a:spLocks/>
          </p:cNvSpPr>
          <p:nvPr/>
        </p:nvSpPr>
        <p:spPr>
          <a:xfrm>
            <a:off x="472440" y="781051"/>
            <a:ext cx="11247120" cy="47624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Source Sans Pro" panose="020B0503030403020204" pitchFamily="34" charset="0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01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585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5000"/>
              <a:buFont typeface="Wingdings" panose="05000000000000000000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SzPct val="75000"/>
              <a:buFont typeface="Source Sans Pro" panose="020B050303040302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/>
              <a:t>How we will guide you through the opportunities in this market</a:t>
            </a:r>
            <a:endParaRPr lang="en-US" sz="1600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2654216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3ECB2-6757-CC98-916F-0E4EE27E2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>
                <a:ea typeface="Source Sans Pro"/>
              </a:rPr>
              <a:t>Top-Down Market Overview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BE7298-9B27-BE85-EEA8-062ADDBA815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73B9E5-36E6-043B-71B2-63B47C975D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A2BB6D-D019-4321-8BA6-59299BECB9DA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F8E4D5-DDA3-EA83-5B60-70224AEC7C2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wrap="square" lIns="0" tIns="0" rIns="0" bIns="0" rtlCol="0" anchor="t">
            <a:noAutofit/>
          </a:bodyPr>
          <a:lstStyle/>
          <a:p>
            <a:r>
              <a:rPr lang="en-US" dirty="0">
                <a:solidFill>
                  <a:schemeClr val="accent1"/>
                </a:solidFill>
                <a:ea typeface="ＭＳ Ｐゴシック"/>
              </a:rPr>
              <a:t>A number of European shipyards dominate a capacity-constrained global market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13B212-0DFE-935B-39B7-C0DE34CBA74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0" tIns="0" rIns="0" bIns="0" rtlCol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1800">
                <a:latin typeface="Aptos"/>
              </a:rPr>
              <a:t>The total length of superyachts on order or under construction currently amounts to 45 487 meters, and is mainly concentrated in Europe:</a:t>
            </a:r>
            <a:endParaRPr lang="en-US" sz="1800">
              <a:solidFill>
                <a:srgbClr val="000000"/>
              </a:solidFill>
              <a:latin typeface="Aptos"/>
            </a:endParaRPr>
          </a:p>
          <a:p>
            <a:pPr marL="342900" indent="-342900">
              <a:spcBef>
                <a:spcPts val="0"/>
              </a:spcBef>
              <a:buClr>
                <a:srgbClr val="FFFFFF"/>
              </a:buClr>
              <a:buFont typeface="Arial,Sans-Serif" panose="05000000000000000000" pitchFamily="2" charset="2"/>
              <a:buChar char="•"/>
            </a:pPr>
            <a:r>
              <a:rPr lang="en-US" sz="1800">
                <a:latin typeface="Aptos"/>
              </a:rPr>
              <a:t>Italy (volume production)</a:t>
            </a:r>
            <a:endParaRPr lang="en-US" sz="1800">
              <a:solidFill>
                <a:srgbClr val="000000"/>
              </a:solidFill>
              <a:latin typeface="Aptos"/>
            </a:endParaRPr>
          </a:p>
          <a:p>
            <a:pPr marL="342900" indent="-342900">
              <a:spcBef>
                <a:spcPts val="0"/>
              </a:spcBef>
              <a:buClr>
                <a:srgbClr val="FFFFFF"/>
              </a:buClr>
              <a:buFont typeface="Arial,Sans-Serif" panose="05000000000000000000" pitchFamily="2" charset="2"/>
              <a:buChar char="•"/>
            </a:pPr>
            <a:r>
              <a:rPr lang="en-US" sz="1800">
                <a:latin typeface="Aptos"/>
              </a:rPr>
              <a:t>Netherlands / Germany (high-end custom)</a:t>
            </a:r>
            <a:endParaRPr lang="en-US" sz="1800">
              <a:solidFill>
                <a:srgbClr val="000000"/>
              </a:solidFill>
              <a:latin typeface="Aptos"/>
            </a:endParaRPr>
          </a:p>
          <a:p>
            <a:pPr>
              <a:buClr>
                <a:srgbClr val="FFFFFF"/>
              </a:buClr>
            </a:pPr>
            <a:endParaRPr lang="en-US">
              <a:ea typeface="Source Sans Pro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F0C42AD-CFA5-74E3-5D43-2FFD5AC9DD21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472440" y="1531349"/>
            <a:ext cx="7406640" cy="9144"/>
          </a:xfrm>
        </p:spPr>
        <p:txBody>
          <a:bodyPr/>
          <a:lstStyle/>
          <a:p>
            <a:r>
              <a:rPr lang="en-US">
                <a:ea typeface="Source Sans Pro"/>
              </a:rPr>
              <a:t>Total length of superyachts in production</a:t>
            </a:r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13BB530-5EE2-D632-4177-3F14CA1CD8F1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8299537" y="1541787"/>
            <a:ext cx="3566160" cy="9144"/>
          </a:xfrm>
        </p:spPr>
        <p:txBody>
          <a:bodyPr/>
          <a:lstStyle/>
          <a:p>
            <a:r>
              <a:rPr lang="en-US">
                <a:ea typeface="Source Sans Pro"/>
              </a:rPr>
              <a:t>Concentrated Industry</a:t>
            </a:r>
          </a:p>
        </p:txBody>
      </p:sp>
      <p:pic>
        <p:nvPicPr>
          <p:cNvPr id="11" name="Picture 10" descr="Total length of superyachts in production">
            <a:extLst>
              <a:ext uri="{FF2B5EF4-FFF2-40B4-BE49-F238E27FC236}">
                <a16:creationId xmlns:a16="http://schemas.microsoft.com/office/drawing/2014/main" id="{CE52C4F6-C24A-0B3B-0C16-57A991899D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5" b="-223"/>
          <a:stretch>
            <a:fillRect/>
          </a:stretch>
        </p:blipFill>
        <p:spPr>
          <a:xfrm>
            <a:off x="808256" y="1540375"/>
            <a:ext cx="6723719" cy="4706283"/>
          </a:xfrm>
          <a:prstGeom prst="rect">
            <a:avLst/>
          </a:prstGeom>
        </p:spPr>
      </p:pic>
      <p:sp>
        <p:nvSpPr>
          <p:cNvPr id="13" name="Text 47">
            <a:extLst>
              <a:ext uri="{FF2B5EF4-FFF2-40B4-BE49-F238E27FC236}">
                <a16:creationId xmlns:a16="http://schemas.microsoft.com/office/drawing/2014/main" id="{4BDF6C16-7626-6E6D-FE2D-145251AACA3A}"/>
              </a:ext>
            </a:extLst>
          </p:cNvPr>
          <p:cNvSpPr/>
          <p:nvPr/>
        </p:nvSpPr>
        <p:spPr>
          <a:xfrm>
            <a:off x="531104" y="6402721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i="1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Source: Boat Internation Global Order Book 2025: </a:t>
            </a:r>
            <a:r>
              <a:rPr lang="en-US" sz="900">
                <a:solidFill>
                  <a:srgbClr val="7F7F7F"/>
                </a:solidFill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8ec72830-b163-11ef-a6c6-491cb76a0430-GOB_2025_upload.pdf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2C1420-08D5-3A90-7D1F-A0AF2B8243AD}"/>
              </a:ext>
            </a:extLst>
          </p:cNvPr>
          <p:cNvSpPr txBox="1"/>
          <p:nvPr/>
        </p:nvSpPr>
        <p:spPr>
          <a:xfrm>
            <a:off x="9495244" y="6397944"/>
            <a:ext cx="2696111" cy="566774"/>
          </a:xfrm>
          <a:prstGeom prst="rect">
            <a:avLst/>
          </a:prstGeom>
          <a:solidFill>
            <a:srgbClr val="000203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016400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17600-7141-6FB9-299D-C16A9B5CE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14F0311-D4BB-4DD4-852E-4C3FBD882017}"/>
              </a:ext>
            </a:extLst>
          </p:cNvPr>
          <p:cNvSpPr txBox="1">
            <a:spLocks/>
          </p:cNvSpPr>
          <p:nvPr/>
        </p:nvSpPr>
        <p:spPr>
          <a:xfrm>
            <a:off x="472440" y="301752"/>
            <a:ext cx="11247120" cy="42976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/>
              <a:t>Market Breakdown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065C8F0F-52F1-AD28-E5C5-DD6916B81C6B}"/>
              </a:ext>
            </a:extLst>
          </p:cNvPr>
          <p:cNvSpPr txBox="1">
            <a:spLocks/>
          </p:cNvSpPr>
          <p:nvPr/>
        </p:nvSpPr>
        <p:spPr>
          <a:xfrm>
            <a:off x="472440" y="781051"/>
            <a:ext cx="11247120" cy="4762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Source Sans Pro" panose="020B0503030403020204" pitchFamily="34" charset="0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01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585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5000"/>
              <a:buFont typeface="Wingdings" panose="05000000000000000000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SzPct val="75000"/>
              <a:buFont typeface="Source Sans Pro" panose="020B050303040302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/>
              <a:t>Competition is structured around scale vs customization, creating high barriers &amp; limited investment entry points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A08AF2-3CA1-C1E2-91BF-44A9D929F8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9489" y="6105378"/>
            <a:ext cx="2391508" cy="5767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60C30E-0FE0-3674-087D-439DA141B206}"/>
              </a:ext>
            </a:extLst>
          </p:cNvPr>
          <p:cNvSpPr/>
          <p:nvPr/>
        </p:nvSpPr>
        <p:spPr>
          <a:xfrm>
            <a:off x="461889" y="6257778"/>
            <a:ext cx="2391508" cy="5767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A5650A3-9C7B-8550-84E8-51B4A30B8018}"/>
              </a:ext>
            </a:extLst>
          </p:cNvPr>
          <p:cNvSpPr/>
          <p:nvPr/>
        </p:nvSpPr>
        <p:spPr>
          <a:xfrm>
            <a:off x="6272463" y="4006269"/>
            <a:ext cx="5447097" cy="2489515"/>
          </a:xfrm>
          <a:prstGeom prst="roundRect">
            <a:avLst/>
          </a:prstGeom>
          <a:solidFill>
            <a:schemeClr val="accent4">
              <a:lumMod val="50000"/>
              <a:alpha val="9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/>
              <a:t>The industry is structurally concentrated and capacity-limited, with fundamentally different operating models that limit direct competition and constrain supply expansion.</a:t>
            </a:r>
            <a:endParaRPr lang="en-US" sz="2000" b="1">
              <a:ea typeface="Source Sans Pro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1E27B31-5DD0-857A-C645-F3A12C3A6860}"/>
              </a:ext>
            </a:extLst>
          </p:cNvPr>
          <p:cNvSpPr/>
          <p:nvPr/>
        </p:nvSpPr>
        <p:spPr>
          <a:xfrm>
            <a:off x="472440" y="4006269"/>
            <a:ext cx="5353374" cy="2489515"/>
          </a:xfrm>
          <a:prstGeom prst="roundRect">
            <a:avLst/>
          </a:prstGeom>
          <a:solidFill>
            <a:schemeClr val="accent4">
              <a:lumMod val="50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/>
                </a:solidFill>
                <a:latin typeface="Aptos"/>
              </a:rPr>
              <a:t>Heterogenous Operating Models</a:t>
            </a: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en-US" b="1" err="1">
                <a:solidFill>
                  <a:schemeClr val="bg1"/>
                </a:solidFill>
              </a:rPr>
              <a:t>Sanlorenzo</a:t>
            </a:r>
            <a:r>
              <a:rPr lang="en-US">
                <a:solidFill>
                  <a:schemeClr val="bg1"/>
                </a:solidFill>
              </a:rPr>
              <a:t>: ~3,07m per employee</a:t>
            </a: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en-US" b="1" err="1">
                <a:solidFill>
                  <a:schemeClr val="bg1"/>
                </a:solidFill>
              </a:rPr>
              <a:t>Lürssen</a:t>
            </a:r>
            <a:r>
              <a:rPr lang="en-US">
                <a:solidFill>
                  <a:schemeClr val="bg1"/>
                </a:solidFill>
              </a:rPr>
              <a:t>: ~0.63m per employee</a:t>
            </a: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Italian players operate industrialized, scalable production</a:t>
            </a: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Northern Europe relies on labor-intensive, high-custom craftsmanship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4C756C8-ADD8-0E16-2AA3-25C5EBC53A10}"/>
              </a:ext>
            </a:extLst>
          </p:cNvPr>
          <p:cNvSpPr/>
          <p:nvPr/>
        </p:nvSpPr>
        <p:spPr>
          <a:xfrm>
            <a:off x="6272463" y="1196835"/>
            <a:ext cx="5447097" cy="2489515"/>
          </a:xfrm>
          <a:prstGeom prst="roundRect">
            <a:avLst/>
          </a:prstGeom>
          <a:solidFill>
            <a:schemeClr val="accent4">
              <a:lumMod val="50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/>
                </a:solidFill>
                <a:latin typeface="Aptos"/>
              </a:rPr>
              <a:t>Limited Scalability</a:t>
            </a: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Large order books (thousands of meters in build)</a:t>
            </a: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Limited number of shipyards and docks</a:t>
            </a: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Multi-year production cycles</a:t>
            </a: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This explains:</a:t>
            </a:r>
          </a:p>
          <a:p>
            <a:pPr marL="742950" lvl="1" indent="-285750">
              <a:buFont typeface="Arial,Sans-Serif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persistent backlog</a:t>
            </a:r>
          </a:p>
          <a:p>
            <a:pPr marL="742950" lvl="1" indent="-285750">
              <a:buFont typeface="Arial,Sans-Serif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limited availability</a:t>
            </a:r>
          </a:p>
          <a:p>
            <a:pPr marL="742950" lvl="1" indent="-285750">
              <a:buFont typeface="Arial,Sans-Serif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strong pricing power</a:t>
            </a:r>
          </a:p>
        </p:txBody>
      </p:sp>
      <p:pic>
        <p:nvPicPr>
          <p:cNvPr id="13" name="Picture 12" descr="A graph of a shipyards">
            <a:extLst>
              <a:ext uri="{FF2B5EF4-FFF2-40B4-BE49-F238E27FC236}">
                <a16:creationId xmlns:a16="http://schemas.microsoft.com/office/drawing/2014/main" id="{9AFBD842-0577-15E3-C439-DB1DD4371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009" y="1030197"/>
            <a:ext cx="5358493" cy="284688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38220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76B77F-BB35-07FB-CAFD-91CEB85366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A2BB6D-D019-4321-8BA6-59299BECB9DA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94752A-5ED8-95FD-E9C2-2BB68F56CB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4568678"/>
            <a:ext cx="12192000" cy="5767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379024-F015-A16E-7623-1C5BAC850428}"/>
              </a:ext>
            </a:extLst>
          </p:cNvPr>
          <p:cNvSpPr txBox="1"/>
          <p:nvPr/>
        </p:nvSpPr>
        <p:spPr>
          <a:xfrm>
            <a:off x="695706" y="5410200"/>
            <a:ext cx="10800588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Calibri" panose="020F0502020204030204"/>
              </a:rPr>
              <a:t>Implication:  </a:t>
            </a:r>
            <a:r>
              <a:rPr lang="en-US" altLang="zh-CN">
                <a:solidFill>
                  <a:schemeClr val="bg1"/>
                </a:solidFill>
                <a:latin typeface="Calibri" panose="020F0502020204030204"/>
                <a:ea typeface="等线"/>
              </a:rPr>
              <a:t>Top yards compound advantage through a flywheel: </a:t>
            </a:r>
            <a:r>
              <a:rPr lang="en-US" altLang="zh-CN" b="1">
                <a:solidFill>
                  <a:schemeClr val="bg1"/>
                </a:solidFill>
                <a:latin typeface="Calibri" panose="020F0502020204030204"/>
                <a:ea typeface="等线"/>
              </a:rPr>
              <a:t>attention</a:t>
            </a:r>
            <a:r>
              <a:rPr lang="en-US" altLang="zh-CN">
                <a:solidFill>
                  <a:schemeClr val="bg1"/>
                </a:solidFill>
                <a:latin typeface="Calibri" panose="020F0502020204030204"/>
                <a:ea typeface="等线"/>
              </a:rPr>
              <a:t>, </a:t>
            </a:r>
            <a:r>
              <a:rPr lang="en-US" altLang="zh-CN" b="1">
                <a:solidFill>
                  <a:schemeClr val="bg1"/>
                </a:solidFill>
                <a:latin typeface="Calibri" panose="020F0502020204030204"/>
                <a:ea typeface="等线"/>
              </a:rPr>
              <a:t>credibility</a:t>
            </a:r>
            <a:r>
              <a:rPr lang="en-US" altLang="zh-CN">
                <a:solidFill>
                  <a:schemeClr val="bg1"/>
                </a:solidFill>
                <a:latin typeface="Calibri" panose="020F0502020204030204"/>
                <a:ea typeface="等线"/>
              </a:rPr>
              <a:t>, </a:t>
            </a:r>
            <a:r>
              <a:rPr lang="en-US" altLang="zh-CN" b="1">
                <a:solidFill>
                  <a:schemeClr val="bg1"/>
                </a:solidFill>
                <a:latin typeface="Calibri" panose="020F0502020204030204"/>
                <a:ea typeface="等线"/>
              </a:rPr>
              <a:t>trust</a:t>
            </a:r>
            <a:r>
              <a:rPr lang="en-US" altLang="zh-CN">
                <a:solidFill>
                  <a:schemeClr val="bg1"/>
                </a:solidFill>
                <a:latin typeface="Calibri" panose="020F0502020204030204"/>
                <a:ea typeface="等线"/>
              </a:rPr>
              <a:t>, </a:t>
            </a:r>
            <a:r>
              <a:rPr lang="en-US" altLang="zh-CN" b="1">
                <a:solidFill>
                  <a:schemeClr val="bg1"/>
                </a:solidFill>
                <a:latin typeface="Calibri" panose="020F0502020204030204"/>
                <a:ea typeface="等线"/>
              </a:rPr>
              <a:t>access </a:t>
            </a:r>
            <a:r>
              <a:rPr lang="en-US" altLang="zh-CN">
                <a:solidFill>
                  <a:schemeClr val="bg1"/>
                </a:solidFill>
                <a:latin typeface="Calibri" panose="020F0502020204030204"/>
                <a:ea typeface="等线"/>
              </a:rPr>
              <a:t>and</a:t>
            </a:r>
            <a:r>
              <a:rPr lang="en-US" altLang="zh-CN" b="1">
                <a:solidFill>
                  <a:schemeClr val="bg1"/>
                </a:solidFill>
                <a:latin typeface="Calibri" panose="020F0502020204030204"/>
                <a:ea typeface="等线"/>
              </a:rPr>
              <a:t> lock-in</a:t>
            </a:r>
            <a:r>
              <a:rPr lang="en-US" altLang="zh-CN">
                <a:solidFill>
                  <a:schemeClr val="bg1"/>
                </a:solidFill>
                <a:latin typeface="Calibri" panose="020F0502020204030204"/>
                <a:ea typeface="等线"/>
              </a:rPr>
              <a:t>. 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  <a:latin typeface="Calibri" panose="020F0502020204030204"/>
                <a:ea typeface="等线"/>
              </a:rPr>
              <a:t>→ A weakness in any link breaks the premium positioning.</a:t>
            </a:r>
            <a:endParaRPr lang="en-US">
              <a:solidFill>
                <a:schemeClr val="bg1"/>
              </a:solidFill>
              <a:ea typeface="Source Sans Pro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02BCA55-0220-DDF4-D7A1-4CE6D0092656}"/>
              </a:ext>
            </a:extLst>
          </p:cNvPr>
          <p:cNvSpPr/>
          <p:nvPr/>
        </p:nvSpPr>
        <p:spPr>
          <a:xfrm>
            <a:off x="453093" y="1291141"/>
            <a:ext cx="2219366" cy="174996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ctr"/>
            <a:r>
              <a:rPr lang="en-US"/>
              <a:t>Access to trusted external studios</a:t>
            </a:r>
          </a:p>
          <a:p>
            <a:pPr algn="ctr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6D51BC2-E4BE-4988-D61D-27343AE2E7C1}"/>
              </a:ext>
            </a:extLst>
          </p:cNvPr>
          <p:cNvSpPr/>
          <p:nvPr/>
        </p:nvSpPr>
        <p:spPr>
          <a:xfrm>
            <a:off x="453093" y="1291141"/>
            <a:ext cx="2219366" cy="693851"/>
          </a:xfrm>
          <a:prstGeom prst="roundRect">
            <a:avLst/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Design Ecosystem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2590558-8A3E-2034-BB79-12D55BFA84C5}"/>
              </a:ext>
            </a:extLst>
          </p:cNvPr>
          <p:cNvSpPr/>
          <p:nvPr/>
        </p:nvSpPr>
        <p:spPr>
          <a:xfrm>
            <a:off x="453093" y="3041110"/>
            <a:ext cx="2219366" cy="1947095"/>
          </a:xfrm>
          <a:prstGeom prst="roundRect">
            <a:avLst/>
          </a:prstGeom>
          <a:solidFill>
            <a:srgbClr val="007AC9">
              <a:alpha val="85000"/>
            </a:srgb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>
                <a:solidFill>
                  <a:srgbClr val="111111"/>
                </a:solidFill>
                <a:latin typeface="Calibri" panose="020F0502020204030204"/>
              </a:rPr>
              <a:t>First Credibility Filter</a:t>
            </a:r>
          </a:p>
          <a:p>
            <a:pPr algn="ctr"/>
            <a:endParaRPr lang="en-US" b="1">
              <a:solidFill>
                <a:srgbClr val="111111"/>
              </a:solidFill>
              <a:latin typeface="Calibri" panose="020F0502020204030204"/>
            </a:endParaRPr>
          </a:p>
          <a:p>
            <a:pPr algn="ctr"/>
            <a:r>
              <a:rPr lang="en-US" b="1">
                <a:solidFill>
                  <a:schemeClr val="bg1"/>
                </a:solidFill>
                <a:latin typeface="Calibri" panose="020F0502020204030204"/>
              </a:rPr>
              <a:t>WINS ATTENTION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2ACF357F-0D9C-B72F-525F-CEB9CDEF478B}"/>
              </a:ext>
            </a:extLst>
          </p:cNvPr>
          <p:cNvSpPr/>
          <p:nvPr/>
        </p:nvSpPr>
        <p:spPr>
          <a:xfrm>
            <a:off x="9519541" y="1305561"/>
            <a:ext cx="2219366" cy="174996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ctr"/>
            <a:r>
              <a:rPr lang="en-US"/>
              <a:t>Recurring revenue from installed fleet</a:t>
            </a:r>
          </a:p>
          <a:p>
            <a:pPr algn="ctr"/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848CD009-F418-9CDB-8E6E-ECF5417A9C93}"/>
              </a:ext>
            </a:extLst>
          </p:cNvPr>
          <p:cNvSpPr/>
          <p:nvPr/>
        </p:nvSpPr>
        <p:spPr>
          <a:xfrm>
            <a:off x="9519541" y="1305561"/>
            <a:ext cx="2219366" cy="693851"/>
          </a:xfrm>
          <a:prstGeom prst="roundRect">
            <a:avLst/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Lifecycle Service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86C83AC5-7387-B41E-B95A-5A660988E23C}"/>
              </a:ext>
            </a:extLst>
          </p:cNvPr>
          <p:cNvSpPr/>
          <p:nvPr/>
        </p:nvSpPr>
        <p:spPr>
          <a:xfrm>
            <a:off x="9519541" y="3055530"/>
            <a:ext cx="2219366" cy="1947095"/>
          </a:xfrm>
          <a:prstGeom prst="roundRect">
            <a:avLst/>
          </a:prstGeom>
          <a:solidFill>
            <a:srgbClr val="007AC9">
              <a:alpha val="85000"/>
            </a:srgb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>
                <a:solidFill>
                  <a:srgbClr val="111111"/>
                </a:solidFill>
                <a:latin typeface="Calibri" panose="020F0502020204030204"/>
              </a:rPr>
              <a:t>Turns delivery into repeat orders, referrals and recurring revenue</a:t>
            </a:r>
          </a:p>
          <a:p>
            <a:pPr algn="ctr"/>
            <a:r>
              <a:rPr lang="en-US" b="1">
                <a:solidFill>
                  <a:schemeClr val="bg1"/>
                </a:solidFill>
                <a:latin typeface="Calibri" panose="020F0502020204030204"/>
              </a:rPr>
              <a:t>CAPTURE VALUE &amp; CREATE LOCK-IN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756DDE98-F7C7-4927-ABD6-E80E41B07CCA}"/>
              </a:ext>
            </a:extLst>
          </p:cNvPr>
          <p:cNvSpPr/>
          <p:nvPr/>
        </p:nvSpPr>
        <p:spPr>
          <a:xfrm>
            <a:off x="4986317" y="1291141"/>
            <a:ext cx="2219366" cy="174996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ctr"/>
            <a:r>
              <a:rPr lang="en-US"/>
              <a:t>Trust, scarcity, and symbolic values</a:t>
            </a:r>
          </a:p>
          <a:p>
            <a:pPr algn="ctr"/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8226020-CEEB-3E6E-19AF-C3EB26BDB6A7}"/>
              </a:ext>
            </a:extLst>
          </p:cNvPr>
          <p:cNvSpPr/>
          <p:nvPr/>
        </p:nvSpPr>
        <p:spPr>
          <a:xfrm>
            <a:off x="4986317" y="1291141"/>
            <a:ext cx="2219366" cy="693851"/>
          </a:xfrm>
          <a:prstGeom prst="roundRect">
            <a:avLst/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Brand Heritage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7112C987-E707-CDB5-7DA0-9986074219CA}"/>
              </a:ext>
            </a:extLst>
          </p:cNvPr>
          <p:cNvSpPr/>
          <p:nvPr/>
        </p:nvSpPr>
        <p:spPr>
          <a:xfrm>
            <a:off x="4986317" y="3041110"/>
            <a:ext cx="2219366" cy="1947095"/>
          </a:xfrm>
          <a:prstGeom prst="roundRect">
            <a:avLst/>
          </a:prstGeom>
          <a:solidFill>
            <a:srgbClr val="007AC9">
              <a:alpha val="85000"/>
            </a:srgb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>
                <a:solidFill>
                  <a:srgbClr val="111111"/>
                </a:solidFill>
                <a:latin typeface="Calibri" panose="020F0502020204030204"/>
              </a:rPr>
              <a:t>Reduces buyer risk and amplifies willingness to pay premium</a:t>
            </a:r>
          </a:p>
          <a:p>
            <a:pPr algn="ctr"/>
            <a:r>
              <a:rPr lang="en-US" b="1">
                <a:solidFill>
                  <a:schemeClr val="bg1"/>
                </a:solidFill>
                <a:latin typeface="Calibri" panose="020F0502020204030204"/>
              </a:rPr>
              <a:t>BUILDS TRUST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77494D8B-4276-A3C0-CB57-98D716601ECA}"/>
              </a:ext>
            </a:extLst>
          </p:cNvPr>
          <p:cNvSpPr/>
          <p:nvPr/>
        </p:nvSpPr>
        <p:spPr>
          <a:xfrm>
            <a:off x="7252929" y="1291141"/>
            <a:ext cx="2219366" cy="174996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ctr"/>
            <a:r>
              <a:rPr lang="en-US"/>
              <a:t>Access UHNWI demand pools globally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63DCB3F-4EC9-ED76-11D7-C69655969933}"/>
              </a:ext>
            </a:extLst>
          </p:cNvPr>
          <p:cNvSpPr/>
          <p:nvPr/>
        </p:nvSpPr>
        <p:spPr>
          <a:xfrm>
            <a:off x="7252929" y="1291141"/>
            <a:ext cx="2219366" cy="693851"/>
          </a:xfrm>
          <a:prstGeom prst="roundRect">
            <a:avLst/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Geographic relationships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40BB7DD1-BAA4-C6AF-8AFD-F318BB4E4573}"/>
              </a:ext>
            </a:extLst>
          </p:cNvPr>
          <p:cNvSpPr/>
          <p:nvPr/>
        </p:nvSpPr>
        <p:spPr>
          <a:xfrm>
            <a:off x="7252929" y="3041110"/>
            <a:ext cx="2219366" cy="1947095"/>
          </a:xfrm>
          <a:prstGeom prst="roundRect">
            <a:avLst/>
          </a:prstGeom>
          <a:solidFill>
            <a:srgbClr val="007AC9">
              <a:alpha val="85000"/>
            </a:srgb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>
                <a:solidFill>
                  <a:srgbClr val="111111"/>
                </a:solidFill>
                <a:latin typeface="Calibri" panose="020F0502020204030204"/>
              </a:rPr>
              <a:t>Translates brand trust to confirmed order intake</a:t>
            </a:r>
          </a:p>
          <a:p>
            <a:pPr algn="ctr"/>
            <a:r>
              <a:rPr lang="en-US" b="1">
                <a:solidFill>
                  <a:schemeClr val="bg1"/>
                </a:solidFill>
                <a:latin typeface="Calibri" panose="020F0502020204030204"/>
              </a:rPr>
              <a:t>UNLOCK ACCESS &amp; EXTEND REACH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B9FA8853-8E6F-00C5-5AF7-5FFB5C281A17}"/>
              </a:ext>
            </a:extLst>
          </p:cNvPr>
          <p:cNvSpPr/>
          <p:nvPr/>
        </p:nvSpPr>
        <p:spPr>
          <a:xfrm>
            <a:off x="2719705" y="1291141"/>
            <a:ext cx="2219366" cy="174996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ctr"/>
            <a:r>
              <a:rPr lang="en-US"/>
              <a:t>Execute complex one-off builds</a:t>
            </a:r>
          </a:p>
          <a:p>
            <a:pPr algn="ctr"/>
            <a:endParaRPr lang="en-US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BAEDCA6F-7CE4-814D-69C5-3E17DF87EC32}"/>
              </a:ext>
            </a:extLst>
          </p:cNvPr>
          <p:cNvSpPr/>
          <p:nvPr/>
        </p:nvSpPr>
        <p:spPr>
          <a:xfrm>
            <a:off x="2719705" y="1291141"/>
            <a:ext cx="2219366" cy="693851"/>
          </a:xfrm>
          <a:prstGeom prst="roundRect">
            <a:avLst/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/>
              <a:t>Engineering &amp; Delivery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DE138AED-37CE-3A5C-98CB-FD1DA54216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519541" y="6321278"/>
            <a:ext cx="2219366" cy="464084"/>
          </a:xfrm>
          <a:prstGeom prst="roundRect">
            <a:avLst/>
          </a:prstGeom>
          <a:solidFill>
            <a:srgbClr val="0006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182DC7A9-4797-97E6-2E55-0E06F5F081FA}"/>
              </a:ext>
            </a:extLst>
          </p:cNvPr>
          <p:cNvSpPr/>
          <p:nvPr/>
        </p:nvSpPr>
        <p:spPr>
          <a:xfrm>
            <a:off x="2719705" y="3041110"/>
            <a:ext cx="2219366" cy="1947095"/>
          </a:xfrm>
          <a:prstGeom prst="roundRect">
            <a:avLst/>
          </a:prstGeom>
          <a:solidFill>
            <a:srgbClr val="007AC9">
              <a:alpha val="85000"/>
            </a:srgb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>
                <a:solidFill>
                  <a:srgbClr val="111111"/>
                </a:solidFill>
                <a:latin typeface="Calibri" panose="020F0502020204030204"/>
              </a:rPr>
              <a:t>Turns a concept into a reference vessel</a:t>
            </a:r>
          </a:p>
          <a:p>
            <a:pPr algn="ctr"/>
            <a:r>
              <a:rPr lang="en-US" b="1">
                <a:solidFill>
                  <a:schemeClr val="bg1"/>
                </a:solidFill>
                <a:latin typeface="Calibri" panose="020F0502020204030204"/>
              </a:rPr>
              <a:t>PROVES CREDIBILITY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49" name="Right Arrow 48">
            <a:extLst>
              <a:ext uri="{FF2B5EF4-FFF2-40B4-BE49-F238E27FC236}">
                <a16:creationId xmlns:a16="http://schemas.microsoft.com/office/drawing/2014/main" id="{7CF5BF91-539D-5105-F293-3FFACB61BBB6}"/>
              </a:ext>
            </a:extLst>
          </p:cNvPr>
          <p:cNvSpPr>
            <a:spLocks noChangeAspect="1"/>
          </p:cNvSpPr>
          <p:nvPr/>
        </p:nvSpPr>
        <p:spPr>
          <a:xfrm>
            <a:off x="2356701" y="2699714"/>
            <a:ext cx="678763" cy="678763"/>
          </a:xfrm>
          <a:prstGeom prst="rightArrow">
            <a:avLst/>
          </a:prstGeom>
          <a:solidFill>
            <a:schemeClr val="bg1"/>
          </a:solidFill>
          <a:ln w="63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ight Arrow 51">
            <a:extLst>
              <a:ext uri="{FF2B5EF4-FFF2-40B4-BE49-F238E27FC236}">
                <a16:creationId xmlns:a16="http://schemas.microsoft.com/office/drawing/2014/main" id="{5281D59E-D7A0-FA4B-AC25-B80CDF4175FE}"/>
              </a:ext>
            </a:extLst>
          </p:cNvPr>
          <p:cNvSpPr>
            <a:spLocks noChangeAspect="1"/>
          </p:cNvSpPr>
          <p:nvPr/>
        </p:nvSpPr>
        <p:spPr>
          <a:xfrm>
            <a:off x="9156537" y="2699714"/>
            <a:ext cx="678763" cy="678763"/>
          </a:xfrm>
          <a:prstGeom prst="rightArrow">
            <a:avLst/>
          </a:prstGeom>
          <a:solidFill>
            <a:schemeClr val="bg1"/>
          </a:solidFill>
          <a:ln w="63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ight Arrow 52">
            <a:extLst>
              <a:ext uri="{FF2B5EF4-FFF2-40B4-BE49-F238E27FC236}">
                <a16:creationId xmlns:a16="http://schemas.microsoft.com/office/drawing/2014/main" id="{3C6DD39F-A514-BC5E-3693-D1A7C0E8496E}"/>
              </a:ext>
            </a:extLst>
          </p:cNvPr>
          <p:cNvSpPr>
            <a:spLocks noChangeAspect="1"/>
          </p:cNvSpPr>
          <p:nvPr/>
        </p:nvSpPr>
        <p:spPr>
          <a:xfrm>
            <a:off x="6889925" y="2699714"/>
            <a:ext cx="678763" cy="678763"/>
          </a:xfrm>
          <a:prstGeom prst="rightArrow">
            <a:avLst/>
          </a:prstGeom>
          <a:solidFill>
            <a:schemeClr val="bg1"/>
          </a:solidFill>
          <a:ln w="63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ight Arrow 53">
            <a:extLst>
              <a:ext uri="{FF2B5EF4-FFF2-40B4-BE49-F238E27FC236}">
                <a16:creationId xmlns:a16="http://schemas.microsoft.com/office/drawing/2014/main" id="{0469CB3A-3D76-DB23-3D76-C9DBC902C35E}"/>
              </a:ext>
            </a:extLst>
          </p:cNvPr>
          <p:cNvSpPr>
            <a:spLocks noChangeAspect="1"/>
          </p:cNvSpPr>
          <p:nvPr/>
        </p:nvSpPr>
        <p:spPr>
          <a:xfrm>
            <a:off x="4623313" y="2699714"/>
            <a:ext cx="678763" cy="678763"/>
          </a:xfrm>
          <a:prstGeom prst="rightArrow">
            <a:avLst/>
          </a:prstGeom>
          <a:solidFill>
            <a:schemeClr val="bg1"/>
          </a:solidFill>
          <a:ln w="63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itle 1">
            <a:extLst>
              <a:ext uri="{FF2B5EF4-FFF2-40B4-BE49-F238E27FC236}">
                <a16:creationId xmlns:a16="http://schemas.microsoft.com/office/drawing/2014/main" id="{42961DCF-D33F-8881-2B86-9DE94EF9AC87}"/>
              </a:ext>
            </a:extLst>
          </p:cNvPr>
          <p:cNvSpPr txBox="1">
            <a:spLocks/>
          </p:cNvSpPr>
          <p:nvPr/>
        </p:nvSpPr>
        <p:spPr>
          <a:xfrm>
            <a:off x="472440" y="301752"/>
            <a:ext cx="11247120" cy="42976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/>
              <a:t>Pricing power compounds across five scarce yard capabilities</a:t>
            </a:r>
          </a:p>
        </p:txBody>
      </p:sp>
      <p:sp>
        <p:nvSpPr>
          <p:cNvPr id="61" name="Text Placeholder 6">
            <a:extLst>
              <a:ext uri="{FF2B5EF4-FFF2-40B4-BE49-F238E27FC236}">
                <a16:creationId xmlns:a16="http://schemas.microsoft.com/office/drawing/2014/main" id="{EC85EDA8-188E-5A7C-8342-9D0194D7FFB0}"/>
              </a:ext>
            </a:extLst>
          </p:cNvPr>
          <p:cNvSpPr txBox="1">
            <a:spLocks/>
          </p:cNvSpPr>
          <p:nvPr/>
        </p:nvSpPr>
        <p:spPr>
          <a:xfrm>
            <a:off x="466837" y="831477"/>
            <a:ext cx="11247120" cy="47624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Source Sans Pro" panose="020B0503030403020204" pitchFamily="34" charset="0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01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585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5000"/>
              <a:buFont typeface="Wingdings" panose="05000000000000000000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SzPct val="75000"/>
              <a:buFont typeface="Source Sans Pro" panose="020B050303040302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/>
              <a:t>In a supply-constrained mega yacht market, pricing power belongs to yards that control these scarce capabilities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305852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6"/>
          <p:cNvSpPr/>
          <p:nvPr/>
        </p:nvSpPr>
        <p:spPr>
          <a:xfrm>
            <a:off x="8289311" y="1755331"/>
            <a:ext cx="170688" cy="170688"/>
          </a:xfrm>
          <a:prstGeom prst="ellipse">
            <a:avLst/>
          </a:prstGeom>
          <a:solidFill>
            <a:srgbClr val="028566"/>
          </a:solidFill>
          <a:ln w="12700">
            <a:solidFill>
              <a:srgbClr val="085041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2" name="Shape 0"/>
          <p:cNvSpPr/>
          <p:nvPr/>
        </p:nvSpPr>
        <p:spPr>
          <a:xfrm>
            <a:off x="469900" y="1208210"/>
            <a:ext cx="5577332" cy="2305812"/>
          </a:xfrm>
          <a:prstGeom prst="roundRect">
            <a:avLst>
              <a:gd name="adj" fmla="val 2165"/>
            </a:avLst>
          </a:prstGeom>
          <a:solidFill>
            <a:srgbClr val="004165">
              <a:alpha val="45000"/>
            </a:srgbClr>
          </a:solidFill>
          <a:ln w="9525">
            <a:noFill/>
            <a:prstDash val="solid"/>
          </a:ln>
        </p:spPr>
        <p:txBody>
          <a:bodyPr lIns="91440" tIns="45720" rIns="91440" bIns="4572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SCARCITY PLAYERS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Fully bespoke builds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volume per annum</a:t>
            </a:r>
            <a:endParaRPr lang="en-US" sz="180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margins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Long, cash-intensive cycles</a:t>
            </a:r>
          </a:p>
        </p:txBody>
      </p:sp>
      <p:sp>
        <p:nvSpPr>
          <p:cNvPr id="3" name="Shape 1"/>
          <p:cNvSpPr/>
          <p:nvPr/>
        </p:nvSpPr>
        <p:spPr>
          <a:xfrm>
            <a:off x="6131560" y="1199030"/>
            <a:ext cx="5577332" cy="2305812"/>
          </a:xfrm>
          <a:prstGeom prst="roundRect">
            <a:avLst>
              <a:gd name="adj" fmla="val 2165"/>
            </a:avLst>
          </a:prstGeom>
          <a:solidFill>
            <a:schemeClr val="accent2"/>
          </a:solidFill>
          <a:ln w="9525">
            <a:noFill/>
            <a:prstDash val="solid"/>
          </a:ln>
        </p:spPr>
        <p:txBody>
          <a:bodyPr lIns="91440" tIns="45720" rIns="91440" bIns="4572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PLAYERS</a:t>
            </a:r>
            <a:endParaRPr lang="en-US" sz="1800">
              <a:solidFill>
                <a:schemeClr val="accent6">
                  <a:lumMod val="7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Mix of bespoke + semi-custom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Broader client base</a:t>
            </a:r>
            <a:endParaRPr lang="en-US" sz="180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diversification</a:t>
            </a:r>
            <a:endParaRPr lang="en-US" sz="180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Balance scale and exclusivity</a:t>
            </a:r>
          </a:p>
        </p:txBody>
      </p:sp>
      <p:sp>
        <p:nvSpPr>
          <p:cNvPr id="4" name="Shape 2"/>
          <p:cNvSpPr/>
          <p:nvPr/>
        </p:nvSpPr>
        <p:spPr>
          <a:xfrm>
            <a:off x="6150810" y="3564092"/>
            <a:ext cx="5577332" cy="2305812"/>
          </a:xfrm>
          <a:prstGeom prst="roundRect">
            <a:avLst>
              <a:gd name="adj" fmla="val 2165"/>
            </a:avLst>
          </a:prstGeom>
          <a:solidFill>
            <a:srgbClr val="C2DEEA">
              <a:alpha val="45000"/>
            </a:srgbClr>
          </a:solidFill>
          <a:ln w="9525">
            <a:noFill/>
            <a:prstDash val="solid"/>
          </a:ln>
        </p:spPr>
        <p:txBody>
          <a:bodyPr lIns="91440" tIns="45720" rIns="91440" bIns="4572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DRIVEN PLAYERS</a:t>
            </a:r>
            <a:endParaRPr lang="en-US" sz="1800">
              <a:solidFill>
                <a:schemeClr val="accent6">
                  <a:lumMod val="7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Semi-custom platforms</a:t>
            </a:r>
            <a:endParaRPr lang="en-US" sz="1800">
              <a:solidFill>
                <a:schemeClr val="accent6">
                  <a:lumMod val="75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volume per annum</a:t>
            </a:r>
            <a:endParaRPr lang="en-US" sz="1800">
              <a:solidFill>
                <a:schemeClr val="accent6">
                  <a:lumMod val="75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build cycles</a:t>
            </a:r>
            <a:endParaRPr lang="en-US" sz="1800">
              <a:solidFill>
                <a:schemeClr val="accent6">
                  <a:lumMod val="75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More predictable revenue </a:t>
            </a:r>
          </a:p>
        </p:txBody>
      </p:sp>
      <p:sp>
        <p:nvSpPr>
          <p:cNvPr id="5" name="Shape 3"/>
          <p:cNvSpPr/>
          <p:nvPr/>
        </p:nvSpPr>
        <p:spPr>
          <a:xfrm>
            <a:off x="443247" y="3609996"/>
            <a:ext cx="5577332" cy="2305812"/>
          </a:xfrm>
          <a:prstGeom prst="roundRect">
            <a:avLst>
              <a:gd name="adj" fmla="val 2165"/>
            </a:avLst>
          </a:prstGeom>
          <a:solidFill>
            <a:srgbClr val="D5D6D2">
              <a:alpha val="45000"/>
            </a:srgbClr>
          </a:solidFill>
          <a:ln w="9525">
            <a:noFill/>
            <a:prstDash val="solid"/>
          </a:ln>
        </p:spPr>
        <p:txBody>
          <a:bodyPr lIns="91440" tIns="45720" rIns="91440" bIns="4572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WEAK</a:t>
            </a:r>
            <a:endParaRPr lang="en-US" sz="1800">
              <a:solidFill>
                <a:schemeClr val="accent6">
                  <a:lumMod val="7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No clear positioning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Mid-market squeeze</a:t>
            </a:r>
            <a:endParaRPr lang="en-US" sz="1800">
              <a:solidFill>
                <a:schemeClr val="accent6">
                  <a:lumMod val="75000"/>
                </a:schemeClr>
              </a:solidFill>
              <a:ea typeface="Source Sans Pro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</a:rPr>
              <a:t>Limited differentiation </a:t>
            </a:r>
            <a:endParaRPr lang="en-US" sz="1800">
              <a:solidFill>
                <a:schemeClr val="accent6">
                  <a:lumMod val="75000"/>
                </a:schemeClr>
              </a:solidFill>
              <a:ea typeface="Source Sans Pro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65760" y="3535680"/>
            <a:ext cx="11460480" cy="0"/>
          </a:xfrm>
          <a:prstGeom prst="line">
            <a:avLst/>
          </a:prstGeom>
          <a:noFill/>
          <a:ln w="9525">
            <a:solidFill>
              <a:srgbClr val="C8C6BC"/>
            </a:solidFill>
            <a:prstDash val="dash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15" name="Shape 13"/>
          <p:cNvSpPr/>
          <p:nvPr/>
        </p:nvSpPr>
        <p:spPr>
          <a:xfrm>
            <a:off x="6096000" y="670560"/>
            <a:ext cx="0" cy="5730240"/>
          </a:xfrm>
          <a:prstGeom prst="line">
            <a:avLst/>
          </a:prstGeom>
          <a:noFill/>
          <a:ln w="9525">
            <a:solidFill>
              <a:srgbClr val="C8C6BC"/>
            </a:solidFill>
            <a:prstDash val="dash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16" name="Shape 14"/>
          <p:cNvSpPr/>
          <p:nvPr/>
        </p:nvSpPr>
        <p:spPr>
          <a:xfrm>
            <a:off x="295619" y="3562460"/>
            <a:ext cx="11582400" cy="0"/>
          </a:xfrm>
          <a:prstGeom prst="line">
            <a:avLst/>
          </a:prstGeom>
          <a:noFill/>
          <a:ln w="12700">
            <a:solidFill>
              <a:srgbClr val="888780"/>
            </a:solidFill>
            <a:prstDash val="solid"/>
            <a:headEnd type="arrow"/>
            <a:tailEnd type="arrow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17" name="Shape 15"/>
          <p:cNvSpPr/>
          <p:nvPr/>
        </p:nvSpPr>
        <p:spPr>
          <a:xfrm>
            <a:off x="6085228" y="1050275"/>
            <a:ext cx="0" cy="4970811"/>
          </a:xfrm>
          <a:prstGeom prst="line">
            <a:avLst/>
          </a:prstGeom>
          <a:noFill/>
          <a:ln w="12700">
            <a:solidFill>
              <a:srgbClr val="888780"/>
            </a:solidFill>
            <a:prstDash val="solid"/>
            <a:headEnd type="arrow"/>
            <a:tailEnd type="arrow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18" name="Text 16"/>
          <p:cNvSpPr/>
          <p:nvPr/>
        </p:nvSpPr>
        <p:spPr>
          <a:xfrm>
            <a:off x="6290463" y="3244572"/>
            <a:ext cx="21945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Higher scale →</a:t>
            </a:r>
          </a:p>
        </p:txBody>
      </p:sp>
      <p:sp>
        <p:nvSpPr>
          <p:cNvPr id="19" name="Text 17"/>
          <p:cNvSpPr/>
          <p:nvPr/>
        </p:nvSpPr>
        <p:spPr>
          <a:xfrm>
            <a:off x="5051391" y="3240943"/>
            <a:ext cx="21945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← Lower scale</a:t>
            </a:r>
          </a:p>
        </p:txBody>
      </p:sp>
      <p:sp>
        <p:nvSpPr>
          <p:cNvPr id="20" name="Text 18"/>
          <p:cNvSpPr/>
          <p:nvPr/>
        </p:nvSpPr>
        <p:spPr>
          <a:xfrm rot="16200000">
            <a:off x="5277238" y="1059780"/>
            <a:ext cx="1169260" cy="1311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Higher customization→</a:t>
            </a:r>
          </a:p>
        </p:txBody>
      </p:sp>
      <p:sp>
        <p:nvSpPr>
          <p:cNvPr id="21" name="Text 19"/>
          <p:cNvSpPr/>
          <p:nvPr/>
        </p:nvSpPr>
        <p:spPr>
          <a:xfrm rot="16200000">
            <a:off x="5171661" y="3709859"/>
            <a:ext cx="1426318" cy="1154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50" b="1">
              <a:solidFill>
                <a:schemeClr val="tx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694176" y="1593530"/>
            <a:ext cx="170688" cy="170688"/>
          </a:xfrm>
          <a:prstGeom prst="ellipse">
            <a:avLst/>
          </a:prstGeom>
          <a:solidFill>
            <a:srgbClr val="00334F"/>
          </a:solidFill>
          <a:ln w="12700">
            <a:solidFill>
              <a:srgbClr val="0C447C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23" name="Text 21"/>
          <p:cNvSpPr/>
          <p:nvPr/>
        </p:nvSpPr>
        <p:spPr>
          <a:xfrm>
            <a:off x="2942253" y="1556954"/>
            <a:ext cx="14630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133" b="1" err="1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Lürssen</a:t>
            </a:r>
            <a:endParaRPr lang="en-US" sz="1133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303776" y="2507930"/>
            <a:ext cx="170688" cy="170688"/>
          </a:xfrm>
          <a:prstGeom prst="ellipse">
            <a:avLst/>
          </a:prstGeom>
          <a:solidFill>
            <a:srgbClr val="00334F"/>
          </a:solidFill>
          <a:ln w="12700">
            <a:solidFill>
              <a:srgbClr val="0C447C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25" name="Text 23"/>
          <p:cNvSpPr/>
          <p:nvPr/>
        </p:nvSpPr>
        <p:spPr>
          <a:xfrm>
            <a:off x="2743200" y="2471354"/>
            <a:ext cx="14630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133" b="1" err="1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Feadship</a:t>
            </a:r>
            <a:endParaRPr lang="en-US" sz="1133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499616" y="3178490"/>
            <a:ext cx="170688" cy="170688"/>
          </a:xfrm>
          <a:prstGeom prst="ellipse">
            <a:avLst/>
          </a:prstGeom>
          <a:solidFill>
            <a:srgbClr val="00334F"/>
          </a:solidFill>
          <a:ln w="12700">
            <a:solidFill>
              <a:srgbClr val="0C447C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27" name="Text 25"/>
          <p:cNvSpPr/>
          <p:nvPr/>
        </p:nvSpPr>
        <p:spPr>
          <a:xfrm>
            <a:off x="-60960" y="3141914"/>
            <a:ext cx="14630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133" b="1" err="1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Oceanco</a:t>
            </a:r>
            <a:endParaRPr lang="en-US" sz="1133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8551659" y="1709575"/>
            <a:ext cx="14630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33" b="1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Ferretti Group</a:t>
            </a:r>
            <a:endParaRPr lang="en-US" sz="1133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778093" y="2612223"/>
            <a:ext cx="170688" cy="170688"/>
          </a:xfrm>
          <a:prstGeom prst="ellipse">
            <a:avLst/>
          </a:prstGeom>
          <a:solidFill>
            <a:schemeClr val="accent1">
              <a:lumMod val="75000"/>
              <a:lumOff val="25000"/>
            </a:schemeClr>
          </a:solidFill>
          <a:ln w="12700">
            <a:solidFill>
              <a:srgbClr val="085041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31" name="Text 29"/>
          <p:cNvSpPr/>
          <p:nvPr/>
        </p:nvSpPr>
        <p:spPr>
          <a:xfrm>
            <a:off x="9022080" y="2557285"/>
            <a:ext cx="14630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33" b="1" err="1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Sanlorenzo</a:t>
            </a:r>
            <a:endParaRPr lang="en-US" sz="1133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083296" y="5018265"/>
            <a:ext cx="170688" cy="170688"/>
          </a:xfrm>
          <a:prstGeom prst="ellipse">
            <a:avLst/>
          </a:prstGeom>
          <a:solidFill>
            <a:srgbClr val="C2DEEA"/>
          </a:solidFill>
          <a:ln w="12700">
            <a:solidFill>
              <a:srgbClr val="633806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33" name="Text 31"/>
          <p:cNvSpPr/>
          <p:nvPr/>
        </p:nvSpPr>
        <p:spPr>
          <a:xfrm>
            <a:off x="8290560" y="4981689"/>
            <a:ext cx="14630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33" b="1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Benetti</a:t>
            </a:r>
            <a:endParaRPr lang="en-US" sz="1133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9119616" y="5566905"/>
            <a:ext cx="170688" cy="170688"/>
          </a:xfrm>
          <a:prstGeom prst="ellipse">
            <a:avLst/>
          </a:prstGeom>
          <a:solidFill>
            <a:srgbClr val="C2DEEA"/>
          </a:solidFill>
          <a:ln w="12700">
            <a:solidFill>
              <a:srgbClr val="633806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35" name="Text 33"/>
          <p:cNvSpPr/>
          <p:nvPr/>
        </p:nvSpPr>
        <p:spPr>
          <a:xfrm>
            <a:off x="9326880" y="5530329"/>
            <a:ext cx="14630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33" b="1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Azimut</a:t>
            </a:r>
            <a:endParaRPr lang="en-US" sz="1133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365760" y="6461760"/>
            <a:ext cx="114604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3" i="1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team analysis. Positioning reflects primary strategic orientation at the $30M+ vessel threshold.</a:t>
            </a:r>
            <a:endParaRPr lang="en-US" sz="933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1266FF5-494C-DC8F-2C86-416227B7F9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90304" y="6338318"/>
            <a:ext cx="2806641" cy="3672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itle 1">
            <a:extLst>
              <a:ext uri="{FF2B5EF4-FFF2-40B4-BE49-F238E27FC236}">
                <a16:creationId xmlns:a16="http://schemas.microsoft.com/office/drawing/2014/main" id="{AE4E4A5B-9225-9921-3486-BBF58633A116}"/>
              </a:ext>
            </a:extLst>
          </p:cNvPr>
          <p:cNvSpPr txBox="1">
            <a:spLocks/>
          </p:cNvSpPr>
          <p:nvPr/>
        </p:nvSpPr>
        <p:spPr>
          <a:xfrm>
            <a:off x="444898" y="72234"/>
            <a:ext cx="11247120" cy="42976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>
                <a:ea typeface="Source Sans Pro"/>
              </a:rPr>
              <a:t>Yacht builders compete across scale vs. </a:t>
            </a:r>
            <a:r>
              <a:rPr lang="en-US" sz="3200" err="1">
                <a:ea typeface="Source Sans Pro"/>
              </a:rPr>
              <a:t>Customisation</a:t>
            </a:r>
            <a:r>
              <a:rPr lang="en-US" sz="3200">
                <a:ea typeface="Source Sans Pro"/>
              </a:rPr>
              <a:t>, creating four distinct strategic models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6C0434-34BA-767A-1947-25989547BC0B}"/>
              </a:ext>
            </a:extLst>
          </p:cNvPr>
          <p:cNvSpPr txBox="1"/>
          <p:nvPr/>
        </p:nvSpPr>
        <p:spPr>
          <a:xfrm rot="5400000">
            <a:off x="5008433" y="4995883"/>
            <a:ext cx="1781257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200" b="1">
                <a:ea typeface="Source Sans Pro"/>
              </a:rPr>
              <a:t>Lower customisation </a:t>
            </a:r>
            <a:r>
              <a:rPr lang="en-US" sz="1200" b="1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3B6700-5796-0AB8-CCFD-FE73C3D9D349}"/>
              </a:ext>
            </a:extLst>
          </p:cNvPr>
          <p:cNvSpPr txBox="1"/>
          <p:nvPr/>
        </p:nvSpPr>
        <p:spPr>
          <a:xfrm>
            <a:off x="551446" y="6005763"/>
            <a:ext cx="692208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i="1">
                <a:ea typeface="Source Sans Pro"/>
              </a:rPr>
              <a:t>Winning players either scale efficiently or dominate high-end customisation</a:t>
            </a:r>
            <a:endParaRPr lang="en-US" i="1">
              <a:ea typeface="Source Sans Pro"/>
            </a:endParaRPr>
          </a:p>
        </p:txBody>
      </p:sp>
      <p:sp>
        <p:nvSpPr>
          <p:cNvPr id="9" name="Shape 28">
            <a:extLst>
              <a:ext uri="{FF2B5EF4-FFF2-40B4-BE49-F238E27FC236}">
                <a16:creationId xmlns:a16="http://schemas.microsoft.com/office/drawing/2014/main" id="{5F0702B2-18CD-1AD6-DC83-68AC4526A3F9}"/>
              </a:ext>
            </a:extLst>
          </p:cNvPr>
          <p:cNvSpPr/>
          <p:nvPr/>
        </p:nvSpPr>
        <p:spPr>
          <a:xfrm>
            <a:off x="8309876" y="1767596"/>
            <a:ext cx="170688" cy="170688"/>
          </a:xfrm>
          <a:prstGeom prst="ellipse">
            <a:avLst/>
          </a:prstGeom>
          <a:solidFill>
            <a:schemeClr val="accent1">
              <a:lumMod val="75000"/>
              <a:lumOff val="25000"/>
            </a:schemeClr>
          </a:solidFill>
          <a:ln w="12700">
            <a:solidFill>
              <a:srgbClr val="085041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7C55C6-6197-A267-3ECE-B11B6990C1C1}"/>
              </a:ext>
            </a:extLst>
          </p:cNvPr>
          <p:cNvSpPr txBox="1"/>
          <p:nvPr/>
        </p:nvSpPr>
        <p:spPr>
          <a:xfrm>
            <a:off x="9269677" y="6336188"/>
            <a:ext cx="2921492" cy="523844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528737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4">
            <a:extLst>
              <a:ext uri="{FF2B5EF4-FFF2-40B4-BE49-F238E27FC236}">
                <a16:creationId xmlns:a16="http://schemas.microsoft.com/office/drawing/2014/main" id="{DEAD12DD-49B8-5D5A-D11A-343DA787D7B9}"/>
              </a:ext>
            </a:extLst>
          </p:cNvPr>
          <p:cNvSpPr/>
          <p:nvPr/>
        </p:nvSpPr>
        <p:spPr>
          <a:xfrm>
            <a:off x="4054715" y="2043350"/>
            <a:ext cx="3960677" cy="3090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b="1"/>
              <a:t>LIFECYCLE STRATEGY </a:t>
            </a:r>
          </a:p>
          <a:p>
            <a:pPr algn="ctr"/>
            <a:endParaRPr lang="en-GB"/>
          </a:p>
          <a:p>
            <a:pPr marL="285750" indent="-285750" algn="ctr">
              <a:buFont typeface="Calibri"/>
              <a:buChar char="-"/>
            </a:pPr>
            <a:r>
              <a:rPr lang="en-GB"/>
              <a:t>Capture value across the yacht lifecycle</a:t>
            </a:r>
            <a:endParaRPr lang="en-GB">
              <a:ea typeface="Source Sans Pro"/>
            </a:endParaRPr>
          </a:p>
          <a:p>
            <a:pPr marL="285750" indent="-285750" algn="ctr">
              <a:buFont typeface="Calibri"/>
              <a:buChar char="-"/>
            </a:pPr>
            <a:r>
              <a:rPr lang="en-GB"/>
              <a:t>Installed base advantage </a:t>
            </a:r>
            <a:endParaRPr lang="en-GB">
              <a:ea typeface="Source Sans Pro"/>
            </a:endParaRPr>
          </a:p>
          <a:p>
            <a:pPr marL="285750" indent="-285750" algn="ctr">
              <a:buFont typeface="Calibri"/>
              <a:buChar char="-"/>
            </a:pPr>
            <a:r>
              <a:rPr lang="en-GB"/>
              <a:t>Integrate service and refits into core offering </a:t>
            </a:r>
            <a:endParaRPr lang="en-GB">
              <a:solidFill>
                <a:srgbClr val="000000"/>
              </a:solidFill>
              <a:ea typeface="Source Sans Pro"/>
            </a:endParaRPr>
          </a:p>
          <a:p>
            <a:pPr marL="285750" indent="-285750" algn="ctr">
              <a:buFont typeface="Calibri"/>
              <a:buChar char="-"/>
            </a:pPr>
            <a:r>
              <a:rPr lang="en-GB"/>
              <a:t>Strong retention &amp; repeat business</a:t>
            </a:r>
          </a:p>
          <a:p>
            <a:pPr marL="285750" indent="-285750" algn="ctr">
              <a:buFont typeface="Calibri"/>
              <a:buChar char="-"/>
            </a:pPr>
            <a:r>
              <a:rPr lang="en-GB">
                <a:ea typeface="Source Sans Pro"/>
              </a:rPr>
              <a:t>Extend engagement beyond delivery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F1B110-2C6A-B0CE-F1A4-ED15B55211F7}"/>
              </a:ext>
            </a:extLst>
          </p:cNvPr>
          <p:cNvSpPr/>
          <p:nvPr/>
        </p:nvSpPr>
        <p:spPr>
          <a:xfrm>
            <a:off x="8010129" y="1707415"/>
            <a:ext cx="4112770" cy="64324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>
                <a:solidFill>
                  <a:schemeClr val="tx1"/>
                </a:solidFill>
                <a:latin typeface="Aptos" panose="020B0004020202020204" pitchFamily="34" charset="0"/>
              </a:rPr>
              <a:t>PRODUCT STRATEGY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77C762-95A8-0835-CEF7-37BB60CD0248}"/>
              </a:ext>
            </a:extLst>
          </p:cNvPr>
          <p:cNvSpPr/>
          <p:nvPr/>
        </p:nvSpPr>
        <p:spPr>
          <a:xfrm>
            <a:off x="8011866" y="2299984"/>
            <a:ext cx="4112771" cy="31511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1"/>
                </a:solidFill>
                <a:latin typeface="Aptos"/>
              </a:rPr>
              <a:t>Customization level 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  <a:latin typeface="Aptos"/>
              </a:rPr>
              <a:t>Fully bespoke vs semi-custom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1"/>
                </a:solidFill>
                <a:latin typeface="Aptos"/>
              </a:rPr>
              <a:t>Size-based positioning 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  <a:latin typeface="Aptos" panose="020B0004020202020204" pitchFamily="34" charset="0"/>
              </a:rPr>
              <a:t>Accessible luxury: 30-50m 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  <a:latin typeface="Aptos" panose="020B0004020202020204" pitchFamily="34" charset="0"/>
              </a:rPr>
              <a:t>Prestige segment: 60m+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1"/>
                </a:solidFill>
                <a:latin typeface="Aptos"/>
              </a:rPr>
              <a:t>Usage-driven design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1"/>
                </a:solidFill>
                <a:latin typeface="Aptos"/>
              </a:rPr>
              <a:t>Lifestyle, Charter, Explorer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31A7D1-C9A1-70B3-65F2-9DF058BE9598}"/>
              </a:ext>
            </a:extLst>
          </p:cNvPr>
          <p:cNvSpPr/>
          <p:nvPr/>
        </p:nvSpPr>
        <p:spPr>
          <a:xfrm>
            <a:off x="102091" y="2204945"/>
            <a:ext cx="3951595" cy="32557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/>
              <a:buChar char="•"/>
            </a:pPr>
            <a:r>
              <a:rPr lang="en-GB" b="1">
                <a:solidFill>
                  <a:schemeClr val="tx1"/>
                </a:solidFill>
              </a:rPr>
              <a:t>Multi-revenue model</a:t>
            </a:r>
            <a:endParaRPr lang="en-GB" b="1">
              <a:solidFill>
                <a:schemeClr val="tx1"/>
              </a:solidFill>
              <a:ea typeface="Source Sans Pro"/>
            </a:endParaRPr>
          </a:p>
          <a:p>
            <a:pPr marL="914400" lvl="1" indent="-457200">
              <a:buFont typeface="Arial"/>
              <a:buChar char="•"/>
            </a:pPr>
            <a:r>
              <a:rPr lang="en-GB">
                <a:solidFill>
                  <a:schemeClr val="tx1"/>
                </a:solidFill>
              </a:rPr>
              <a:t>New builds</a:t>
            </a:r>
          </a:p>
          <a:p>
            <a:pPr marL="914400" lvl="1" indent="-457200">
              <a:buFont typeface="Arial"/>
              <a:buChar char="•"/>
            </a:pPr>
            <a:r>
              <a:rPr lang="en-GB">
                <a:solidFill>
                  <a:schemeClr val="tx1"/>
                </a:solidFill>
              </a:rPr>
              <a:t>Charter income</a:t>
            </a:r>
          </a:p>
          <a:p>
            <a:pPr marL="914400" lvl="1" indent="-457200">
              <a:buFont typeface="Arial"/>
              <a:buChar char="•"/>
            </a:pPr>
            <a:r>
              <a:rPr lang="en-GB">
                <a:solidFill>
                  <a:schemeClr val="tx1"/>
                </a:solidFill>
              </a:rPr>
              <a:t>After sales</a:t>
            </a:r>
          </a:p>
          <a:p>
            <a:pPr marL="457200" indent="-457200">
              <a:buFont typeface="Arial"/>
              <a:buChar char="•"/>
            </a:pPr>
            <a:r>
              <a:rPr lang="en-GB" b="1">
                <a:solidFill>
                  <a:schemeClr val="tx1"/>
                </a:solidFill>
              </a:rPr>
              <a:t>Client Access</a:t>
            </a:r>
            <a:endParaRPr lang="en-GB" b="1">
              <a:solidFill>
                <a:schemeClr val="tx1"/>
              </a:solidFill>
              <a:ea typeface="Source Sans Pro"/>
            </a:endParaRPr>
          </a:p>
          <a:p>
            <a:pPr marL="914400" lvl="1" indent="-457200">
              <a:buFont typeface="Arial"/>
              <a:buChar char="•"/>
            </a:pPr>
            <a:r>
              <a:rPr lang="en-GB">
                <a:solidFill>
                  <a:schemeClr val="tx1"/>
                </a:solidFill>
              </a:rPr>
              <a:t>UHNWI relationships</a:t>
            </a:r>
          </a:p>
          <a:p>
            <a:pPr marL="914400" lvl="1" indent="-457200">
              <a:buFont typeface="Arial"/>
              <a:buChar char="•"/>
            </a:pPr>
            <a:r>
              <a:rPr lang="en-GB">
                <a:solidFill>
                  <a:schemeClr val="tx1"/>
                </a:solidFill>
              </a:rPr>
              <a:t>Brokers and private networks</a:t>
            </a:r>
          </a:p>
          <a:p>
            <a:pPr marL="457200" indent="-457200">
              <a:buFont typeface="Arial"/>
              <a:buChar char="•"/>
            </a:pPr>
            <a:r>
              <a:rPr lang="en-GB" b="1">
                <a:solidFill>
                  <a:schemeClr val="tx1"/>
                </a:solidFill>
              </a:rPr>
              <a:t>Brand &amp; Experience</a:t>
            </a:r>
            <a:endParaRPr lang="en-GB" b="1">
              <a:solidFill>
                <a:schemeClr val="tx1"/>
              </a:solidFill>
              <a:ea typeface="Source Sans Pro"/>
            </a:endParaRPr>
          </a:p>
          <a:p>
            <a:pPr marL="914400" lvl="1" indent="-457200">
              <a:buFont typeface="Arial"/>
              <a:buChar char="•"/>
            </a:pPr>
            <a:r>
              <a:rPr lang="en-GB">
                <a:solidFill>
                  <a:schemeClr val="tx1"/>
                </a:solidFill>
              </a:rPr>
              <a:t>Trust, reputation, exclusivity </a:t>
            </a:r>
            <a:endParaRPr lang="en-US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64C9EF-63B1-C713-0312-AA4135323422}"/>
              </a:ext>
            </a:extLst>
          </p:cNvPr>
          <p:cNvSpPr/>
          <p:nvPr/>
        </p:nvSpPr>
        <p:spPr>
          <a:xfrm>
            <a:off x="102092" y="1720162"/>
            <a:ext cx="3951595" cy="5927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>
                <a:solidFill>
                  <a:schemeClr val="tx1"/>
                </a:solidFill>
                <a:latin typeface="Aptos" panose="020B0004020202020204" pitchFamily="34" charset="0"/>
              </a:rPr>
              <a:t>COMMERCIAL STRATEGY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3159BC-2E09-BF31-5A25-79DD9922557F}"/>
              </a:ext>
            </a:extLst>
          </p:cNvPr>
          <p:cNvSpPr txBox="1"/>
          <p:nvPr/>
        </p:nvSpPr>
        <p:spPr>
          <a:xfrm>
            <a:off x="138012" y="5776813"/>
            <a:ext cx="3016561" cy="1025236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52B381-210A-1DCE-DD38-A4BD0BDDAD7F}"/>
              </a:ext>
            </a:extLst>
          </p:cNvPr>
          <p:cNvSpPr txBox="1"/>
          <p:nvPr/>
        </p:nvSpPr>
        <p:spPr>
          <a:xfrm>
            <a:off x="391388" y="7340"/>
            <a:ext cx="7121751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200" b="1">
                <a:solidFill>
                  <a:srgbClr val="0D476C"/>
                </a:solidFill>
                <a:ea typeface="Source Sans Pro"/>
              </a:rPr>
              <a:t>Value comes from positioning, diversified revenues, and lifecycle income</a:t>
            </a:r>
          </a:p>
        </p:txBody>
      </p:sp>
    </p:spTree>
    <p:extLst>
      <p:ext uri="{BB962C8B-B14F-4D97-AF65-F5344CB8AC3E}">
        <p14:creationId xmlns:p14="http://schemas.microsoft.com/office/powerpoint/2010/main" val="1117537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68">
            <a:extLst>
              <a:ext uri="{FF2B5EF4-FFF2-40B4-BE49-F238E27FC236}">
                <a16:creationId xmlns:a16="http://schemas.microsoft.com/office/drawing/2014/main" id="{DBDA6548-5104-7769-97DE-F6FBD190D376}"/>
              </a:ext>
            </a:extLst>
          </p:cNvPr>
          <p:cNvSpPr txBox="1"/>
          <p:nvPr/>
        </p:nvSpPr>
        <p:spPr>
          <a:xfrm>
            <a:off x="110081" y="1058806"/>
            <a:ext cx="8301495" cy="5794148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E7826D-51A2-3E4A-7C78-04B0A6DABC67}"/>
              </a:ext>
            </a:extLst>
          </p:cNvPr>
          <p:cNvSpPr txBox="1"/>
          <p:nvPr/>
        </p:nvSpPr>
        <p:spPr>
          <a:xfrm>
            <a:off x="45886" y="1453922"/>
            <a:ext cx="8278855" cy="5413774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12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B43153-0492-7789-EB16-8F36B13DB3D2}"/>
              </a:ext>
            </a:extLst>
          </p:cNvPr>
          <p:cNvSpPr txBox="1"/>
          <p:nvPr/>
        </p:nvSpPr>
        <p:spPr>
          <a:xfrm>
            <a:off x="17510" y="5717293"/>
            <a:ext cx="3672511" cy="1129519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12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B84175-84DC-E21F-2074-317BFA92F8CF}"/>
              </a:ext>
            </a:extLst>
          </p:cNvPr>
          <p:cNvSpPr txBox="1"/>
          <p:nvPr/>
        </p:nvSpPr>
        <p:spPr>
          <a:xfrm>
            <a:off x="8423971" y="2293013"/>
            <a:ext cx="3349631" cy="341632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ea typeface="+mn-lt"/>
                <a:cs typeface="+mn-lt"/>
              </a:rPr>
              <a:t>The UHNWI population has tripled since 2010 and shows no signs of slowing: by 2030, 677,000 individuals will collectively control wealth equivalent to the entire US and Chinese economies combined</a:t>
            </a:r>
            <a:endParaRPr lang="en-US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1DF4CD-D81C-19DD-0902-CBA3DD81B04B}"/>
              </a:ext>
            </a:extLst>
          </p:cNvPr>
          <p:cNvSpPr txBox="1"/>
          <p:nvPr/>
        </p:nvSpPr>
        <p:spPr>
          <a:xfrm>
            <a:off x="391388" y="185673"/>
            <a:ext cx="1165082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200" b="1">
                <a:solidFill>
                  <a:srgbClr val="0D476C"/>
                </a:solidFill>
                <a:ea typeface="Source Sans Pro"/>
              </a:rPr>
              <a:t>UHNWI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05A8C85-16A4-CD47-4C20-E0AB985A716B}"/>
              </a:ext>
            </a:extLst>
          </p:cNvPr>
          <p:cNvSpPr txBox="1">
            <a:spLocks/>
          </p:cNvSpPr>
          <p:nvPr/>
        </p:nvSpPr>
        <p:spPr>
          <a:xfrm>
            <a:off x="393769" y="601833"/>
            <a:ext cx="11247120" cy="47624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Source Sans Pro" panose="020B0503030403020204" pitchFamily="34" charset="0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01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585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5000"/>
              <a:buFont typeface="Wingdings" panose="05000000000000000000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SzPct val="75000"/>
              <a:buFont typeface="Source Sans Pro" panose="020B050303040302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>
                <a:ea typeface="Source Sans Pro"/>
              </a:rPr>
              <a:t>Favorable demographic figure for luxury goods demand</a:t>
            </a: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BF35E807-F948-8D9E-EACC-ADEEFDA4757B}"/>
              </a:ext>
            </a:extLst>
          </p:cNvPr>
          <p:cNvSpPr/>
          <p:nvPr/>
        </p:nvSpPr>
        <p:spPr>
          <a:xfrm>
            <a:off x="357309" y="1331247"/>
            <a:ext cx="7973468" cy="235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UHNWI Population Growth &amp; Collective Wealth (2010-2030)</a:t>
            </a:r>
            <a:endParaRPr lang="en-US" sz="1700">
              <a:latin typeface="Calibri"/>
              <a:ea typeface="Calibri"/>
              <a:cs typeface="Calibri"/>
            </a:endParaRPr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0E821F9B-2B3B-5C46-45E9-C0DB8B1A8786}"/>
              </a:ext>
            </a:extLst>
          </p:cNvPr>
          <p:cNvSpPr/>
          <p:nvPr/>
        </p:nvSpPr>
        <p:spPr>
          <a:xfrm>
            <a:off x="359042" y="1813113"/>
            <a:ext cx="1908543" cy="606439"/>
          </a:xfrm>
          <a:prstGeom prst="roundRect">
            <a:avLst>
              <a:gd name="adj" fmla="val 5556"/>
            </a:avLst>
          </a:prstGeom>
          <a:solidFill>
            <a:srgbClr val="F5F4F0"/>
          </a:solidFill>
          <a:ln w="6350">
            <a:solidFill>
              <a:srgbClr val="E0DED8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D00B015A-2D46-A413-795F-53378C6F2696}"/>
              </a:ext>
            </a:extLst>
          </p:cNvPr>
          <p:cNvSpPr/>
          <p:nvPr/>
        </p:nvSpPr>
        <p:spPr>
          <a:xfrm>
            <a:off x="409936" y="1846804"/>
            <a:ext cx="1806754" cy="13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population</a:t>
            </a:r>
            <a:endParaRPr lang="en-US" sz="100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1E13A187-FB55-C85D-9979-F115588560CC}"/>
              </a:ext>
            </a:extLst>
          </p:cNvPr>
          <p:cNvSpPr/>
          <p:nvPr/>
        </p:nvSpPr>
        <p:spPr>
          <a:xfrm>
            <a:off x="409936" y="1973146"/>
            <a:ext cx="1806754" cy="21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50" b="1">
                <a:solidFill>
                  <a:srgbClr val="1F5C99"/>
                </a:solidFill>
                <a:latin typeface="Calibri"/>
                <a:ea typeface="Calibri"/>
                <a:cs typeface="Calibri"/>
              </a:rPr>
              <a:t>511,000</a:t>
            </a:r>
            <a:endParaRPr lang="en-US" sz="2267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9BD0B4B0-DA80-680D-02BE-4A55FD0830F7}"/>
              </a:ext>
            </a:extLst>
          </p:cNvPr>
          <p:cNvSpPr/>
          <p:nvPr/>
        </p:nvSpPr>
        <p:spPr>
          <a:xfrm>
            <a:off x="409936" y="2183715"/>
            <a:ext cx="1806754" cy="13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3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with $30M+</a:t>
            </a:r>
            <a:endParaRPr lang="en-US" sz="933"/>
          </a:p>
        </p:txBody>
      </p:sp>
      <p:sp>
        <p:nvSpPr>
          <p:cNvPr id="21" name="Shape 5">
            <a:extLst>
              <a:ext uri="{FF2B5EF4-FFF2-40B4-BE49-F238E27FC236}">
                <a16:creationId xmlns:a16="http://schemas.microsoft.com/office/drawing/2014/main" id="{6C4D176E-457D-54DD-83B4-1B4FD5FEDAB5}"/>
              </a:ext>
            </a:extLst>
          </p:cNvPr>
          <p:cNvSpPr/>
          <p:nvPr/>
        </p:nvSpPr>
        <p:spPr>
          <a:xfrm>
            <a:off x="2352409" y="1813113"/>
            <a:ext cx="1908543" cy="606439"/>
          </a:xfrm>
          <a:prstGeom prst="roundRect">
            <a:avLst>
              <a:gd name="adj" fmla="val 5556"/>
            </a:avLst>
          </a:prstGeom>
          <a:solidFill>
            <a:srgbClr val="F5F4F0"/>
          </a:solidFill>
          <a:ln w="6350">
            <a:solidFill>
              <a:srgbClr val="E0DED8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B0683AFF-CEF8-0A95-C8BE-72E2B632AC2B}"/>
              </a:ext>
            </a:extLst>
          </p:cNvPr>
          <p:cNvSpPr/>
          <p:nvPr/>
        </p:nvSpPr>
        <p:spPr>
          <a:xfrm>
            <a:off x="2403303" y="1846804"/>
            <a:ext cx="1806754" cy="13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 wealth</a:t>
            </a:r>
            <a:endParaRPr lang="en-US" sz="100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FCD81D7C-3429-CBE7-0D2F-769E9F42197B}"/>
              </a:ext>
            </a:extLst>
          </p:cNvPr>
          <p:cNvSpPr/>
          <p:nvPr/>
        </p:nvSpPr>
        <p:spPr>
          <a:xfrm>
            <a:off x="2403303" y="1973146"/>
            <a:ext cx="1806754" cy="21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67" b="1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$59.8T</a:t>
            </a:r>
            <a:endParaRPr lang="en-US" sz="2267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56F8E77A-14B0-199B-0F4B-C67F369146BE}"/>
              </a:ext>
            </a:extLst>
          </p:cNvPr>
          <p:cNvSpPr/>
          <p:nvPr/>
        </p:nvSpPr>
        <p:spPr>
          <a:xfrm>
            <a:off x="2403303" y="2183715"/>
            <a:ext cx="1806754" cy="13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3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US annual GDP</a:t>
            </a:r>
            <a:endParaRPr lang="en-US" sz="933"/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63BFA043-DB03-EC7A-3E9D-22AAE41E6026}"/>
              </a:ext>
            </a:extLst>
          </p:cNvPr>
          <p:cNvSpPr/>
          <p:nvPr/>
        </p:nvSpPr>
        <p:spPr>
          <a:xfrm>
            <a:off x="4345776" y="1813113"/>
            <a:ext cx="1908543" cy="606439"/>
          </a:xfrm>
          <a:prstGeom prst="roundRect">
            <a:avLst>
              <a:gd name="adj" fmla="val 5556"/>
            </a:avLst>
          </a:prstGeom>
          <a:solidFill>
            <a:srgbClr val="F5F4F0"/>
          </a:solidFill>
          <a:ln w="6350">
            <a:solidFill>
              <a:srgbClr val="E0DED8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5F74B2C0-2248-5B1E-E4B3-356FFEBAEE60}"/>
              </a:ext>
            </a:extLst>
          </p:cNvPr>
          <p:cNvSpPr/>
          <p:nvPr/>
        </p:nvSpPr>
        <p:spPr>
          <a:xfrm>
            <a:off x="4396670" y="1846804"/>
            <a:ext cx="1806754" cy="13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humanity</a:t>
            </a:r>
            <a:endParaRPr lang="en-US" sz="1000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3C2B24AE-47E7-D47B-053E-8F0F416044D6}"/>
              </a:ext>
            </a:extLst>
          </p:cNvPr>
          <p:cNvSpPr/>
          <p:nvPr/>
        </p:nvSpPr>
        <p:spPr>
          <a:xfrm>
            <a:off x="4396670" y="1973146"/>
            <a:ext cx="1806754" cy="21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67" b="1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0.006%</a:t>
            </a:r>
            <a:endParaRPr lang="en-US" sz="2267"/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3A92DFAA-AFD2-7315-B190-48EBFD21305F}"/>
              </a:ext>
            </a:extLst>
          </p:cNvPr>
          <p:cNvSpPr/>
          <p:nvPr/>
        </p:nvSpPr>
        <p:spPr>
          <a:xfrm>
            <a:off x="4396670" y="2183715"/>
            <a:ext cx="1806754" cy="13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3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13% of global wealth</a:t>
            </a:r>
            <a:endParaRPr lang="en-US" sz="933"/>
          </a:p>
        </p:txBody>
      </p:sp>
      <p:sp>
        <p:nvSpPr>
          <p:cNvPr id="37" name="Shape 13">
            <a:extLst>
              <a:ext uri="{FF2B5EF4-FFF2-40B4-BE49-F238E27FC236}">
                <a16:creationId xmlns:a16="http://schemas.microsoft.com/office/drawing/2014/main" id="{B6292CBC-83AC-F899-4B1E-F2241EA0811E}"/>
              </a:ext>
            </a:extLst>
          </p:cNvPr>
          <p:cNvSpPr/>
          <p:nvPr/>
        </p:nvSpPr>
        <p:spPr>
          <a:xfrm>
            <a:off x="6339143" y="1813113"/>
            <a:ext cx="1908543" cy="606439"/>
          </a:xfrm>
          <a:prstGeom prst="roundRect">
            <a:avLst>
              <a:gd name="adj" fmla="val 5556"/>
            </a:avLst>
          </a:prstGeom>
          <a:solidFill>
            <a:srgbClr val="F5F4F0"/>
          </a:solidFill>
          <a:ln w="6350">
            <a:solidFill>
              <a:srgbClr val="E0DED8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3B196AB6-A666-2677-4263-32DEE79894A8}"/>
              </a:ext>
            </a:extLst>
          </p:cNvPr>
          <p:cNvSpPr/>
          <p:nvPr/>
        </p:nvSpPr>
        <p:spPr>
          <a:xfrm>
            <a:off x="6390037" y="1846804"/>
            <a:ext cx="1806754" cy="13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forecast</a:t>
            </a:r>
            <a:endParaRPr lang="en-US" sz="1000"/>
          </a:p>
        </p:txBody>
      </p:sp>
      <p:sp>
        <p:nvSpPr>
          <p:cNvPr id="41" name="Text 15">
            <a:extLst>
              <a:ext uri="{FF2B5EF4-FFF2-40B4-BE49-F238E27FC236}">
                <a16:creationId xmlns:a16="http://schemas.microsoft.com/office/drawing/2014/main" id="{FAFDF92F-A8C3-A6A7-C52F-FCAA869F43FC}"/>
              </a:ext>
            </a:extLst>
          </p:cNvPr>
          <p:cNvSpPr/>
          <p:nvPr/>
        </p:nvSpPr>
        <p:spPr>
          <a:xfrm>
            <a:off x="6390037" y="1973146"/>
            <a:ext cx="1806754" cy="21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67" b="1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677,000</a:t>
            </a:r>
            <a:endParaRPr lang="en-US" sz="2267"/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CA7C2199-C0D1-3C38-51DF-134200388434}"/>
              </a:ext>
            </a:extLst>
          </p:cNvPr>
          <p:cNvSpPr/>
          <p:nvPr/>
        </p:nvSpPr>
        <p:spPr>
          <a:xfrm>
            <a:off x="6390037" y="2183715"/>
            <a:ext cx="1806754" cy="13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3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+31% from today</a:t>
            </a:r>
            <a:endParaRPr lang="en-US" sz="933"/>
          </a:p>
        </p:txBody>
      </p:sp>
      <p:sp>
        <p:nvSpPr>
          <p:cNvPr id="45" name="Shape 17">
            <a:extLst>
              <a:ext uri="{FF2B5EF4-FFF2-40B4-BE49-F238E27FC236}">
                <a16:creationId xmlns:a16="http://schemas.microsoft.com/office/drawing/2014/main" id="{5178D255-1A50-D7E9-FE86-ADF201C8A7EF}"/>
              </a:ext>
            </a:extLst>
          </p:cNvPr>
          <p:cNvSpPr/>
          <p:nvPr/>
        </p:nvSpPr>
        <p:spPr>
          <a:xfrm>
            <a:off x="325112" y="2711499"/>
            <a:ext cx="186613" cy="25268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47" name="Shape 18">
            <a:extLst>
              <a:ext uri="{FF2B5EF4-FFF2-40B4-BE49-F238E27FC236}">
                <a16:creationId xmlns:a16="http://schemas.microsoft.com/office/drawing/2014/main" id="{E4EC8319-E7DD-802B-1613-98AFABD7975C}"/>
              </a:ext>
            </a:extLst>
          </p:cNvPr>
          <p:cNvSpPr/>
          <p:nvPr/>
        </p:nvSpPr>
        <p:spPr>
          <a:xfrm>
            <a:off x="392971" y="2695729"/>
            <a:ext cx="59377" cy="58959"/>
          </a:xfrm>
          <a:prstGeom prst="ellipse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49" name="Text 19">
            <a:extLst>
              <a:ext uri="{FF2B5EF4-FFF2-40B4-BE49-F238E27FC236}">
                <a16:creationId xmlns:a16="http://schemas.microsoft.com/office/drawing/2014/main" id="{DBFF2A06-A261-3B4E-C9A2-4C4F9D239393}"/>
              </a:ext>
            </a:extLst>
          </p:cNvPr>
          <p:cNvSpPr/>
          <p:nvPr/>
        </p:nvSpPr>
        <p:spPr>
          <a:xfrm>
            <a:off x="545655" y="2660963"/>
            <a:ext cx="1357186" cy="151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UHNWI population (actual)</a:t>
            </a:r>
            <a:endParaRPr lang="en-US" sz="1067"/>
          </a:p>
        </p:txBody>
      </p:sp>
      <p:sp>
        <p:nvSpPr>
          <p:cNvPr id="51" name="Shape 20">
            <a:extLst>
              <a:ext uri="{FF2B5EF4-FFF2-40B4-BE49-F238E27FC236}">
                <a16:creationId xmlns:a16="http://schemas.microsoft.com/office/drawing/2014/main" id="{54C08E5F-6754-8D89-D2BC-0D8315273247}"/>
              </a:ext>
            </a:extLst>
          </p:cNvPr>
          <p:cNvSpPr/>
          <p:nvPr/>
        </p:nvSpPr>
        <p:spPr>
          <a:xfrm>
            <a:off x="1936770" y="2711499"/>
            <a:ext cx="186613" cy="25268"/>
          </a:xfrm>
          <a:prstGeom prst="rect">
            <a:avLst/>
          </a:prstGeom>
          <a:solidFill>
            <a:srgbClr val="7BAFD4"/>
          </a:solidFill>
          <a:ln w="12700">
            <a:solidFill>
              <a:srgbClr val="7BAFD4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53" name="Text 21">
            <a:extLst>
              <a:ext uri="{FF2B5EF4-FFF2-40B4-BE49-F238E27FC236}">
                <a16:creationId xmlns:a16="http://schemas.microsoft.com/office/drawing/2014/main" id="{F09BC14C-D2FA-5BBA-24FB-B2C309B7C740}"/>
              </a:ext>
            </a:extLst>
          </p:cNvPr>
          <p:cNvSpPr/>
          <p:nvPr/>
        </p:nvSpPr>
        <p:spPr>
          <a:xfrm>
            <a:off x="2157313" y="2660963"/>
            <a:ext cx="593769" cy="151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067"/>
          </a:p>
        </p:txBody>
      </p:sp>
      <p:sp>
        <p:nvSpPr>
          <p:cNvPr id="55" name="Shape 22">
            <a:extLst>
              <a:ext uri="{FF2B5EF4-FFF2-40B4-BE49-F238E27FC236}">
                <a16:creationId xmlns:a16="http://schemas.microsoft.com/office/drawing/2014/main" id="{E1DBD234-C70F-0214-1F15-307B50C475B2}"/>
              </a:ext>
            </a:extLst>
          </p:cNvPr>
          <p:cNvSpPr/>
          <p:nvPr/>
        </p:nvSpPr>
        <p:spPr>
          <a:xfrm>
            <a:off x="2785012" y="2694654"/>
            <a:ext cx="152683" cy="84228"/>
          </a:xfrm>
          <a:prstGeom prst="rect">
            <a:avLst/>
          </a:prstGeom>
          <a:solidFill>
            <a:srgbClr val="E8D5B0"/>
          </a:solidFill>
          <a:ln w="12700">
            <a:solidFill>
              <a:srgbClr val="E8D5B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57" name="Text 23">
            <a:extLst>
              <a:ext uri="{FF2B5EF4-FFF2-40B4-BE49-F238E27FC236}">
                <a16:creationId xmlns:a16="http://schemas.microsoft.com/office/drawing/2014/main" id="{A9094D30-7F06-7ABA-2F36-863F6E1DC383}"/>
              </a:ext>
            </a:extLst>
          </p:cNvPr>
          <p:cNvSpPr/>
          <p:nvPr/>
        </p:nvSpPr>
        <p:spPr>
          <a:xfrm>
            <a:off x="2971625" y="2660963"/>
            <a:ext cx="1272362" cy="151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 wealth ($T)</a:t>
            </a:r>
            <a:endParaRPr lang="en-US" sz="1067"/>
          </a:p>
        </p:txBody>
      </p:sp>
      <p:graphicFrame>
        <p:nvGraphicFramePr>
          <p:cNvPr id="59" name="Chart 0">
            <a:extLst>
              <a:ext uri="{FF2B5EF4-FFF2-40B4-BE49-F238E27FC236}">
                <a16:creationId xmlns:a16="http://schemas.microsoft.com/office/drawing/2014/main" id="{D3282D86-1691-8F50-BBA4-2065E011B9B4}"/>
              </a:ext>
            </a:extLst>
          </p:cNvPr>
          <p:cNvGraphicFramePr/>
          <p:nvPr/>
        </p:nvGraphicFramePr>
        <p:xfrm>
          <a:off x="325112" y="2846264"/>
          <a:ext cx="7973468" cy="29900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1" name="Chart 1">
            <a:extLst>
              <a:ext uri="{FF2B5EF4-FFF2-40B4-BE49-F238E27FC236}">
                <a16:creationId xmlns:a16="http://schemas.microsoft.com/office/drawing/2014/main" id="{3679DA20-30AA-9DD8-FE0A-747CAB0BA3CB}"/>
              </a:ext>
            </a:extLst>
          </p:cNvPr>
          <p:cNvGraphicFramePr/>
          <p:nvPr/>
        </p:nvGraphicFramePr>
        <p:xfrm>
          <a:off x="431142" y="2951548"/>
          <a:ext cx="7973468" cy="29900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3" name="Text 24">
            <a:extLst>
              <a:ext uri="{FF2B5EF4-FFF2-40B4-BE49-F238E27FC236}">
                <a16:creationId xmlns:a16="http://schemas.microsoft.com/office/drawing/2014/main" id="{60E7C820-6E35-B26B-C321-2FC3205B1774}"/>
              </a:ext>
            </a:extLst>
          </p:cNvPr>
          <p:cNvSpPr/>
          <p:nvPr/>
        </p:nvSpPr>
        <p:spPr>
          <a:xfrm rot="16200000">
            <a:off x="-309616" y="4479355"/>
            <a:ext cx="940372" cy="1007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3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(000s)</a:t>
            </a:r>
            <a:endParaRPr lang="en-US" sz="933"/>
          </a:p>
        </p:txBody>
      </p:sp>
      <p:sp>
        <p:nvSpPr>
          <p:cNvPr id="65" name="Text 25">
            <a:extLst>
              <a:ext uri="{FF2B5EF4-FFF2-40B4-BE49-F238E27FC236}">
                <a16:creationId xmlns:a16="http://schemas.microsoft.com/office/drawing/2014/main" id="{074C4E4E-652E-7055-E29E-95083AA96772}"/>
              </a:ext>
            </a:extLst>
          </p:cNvPr>
          <p:cNvSpPr/>
          <p:nvPr/>
        </p:nvSpPr>
        <p:spPr>
          <a:xfrm rot="16200000">
            <a:off x="7623523" y="3701852"/>
            <a:ext cx="1380399" cy="837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3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($T)</a:t>
            </a:r>
            <a:endParaRPr lang="en-US" sz="933"/>
          </a:p>
        </p:txBody>
      </p:sp>
      <p:sp>
        <p:nvSpPr>
          <p:cNvPr id="67" name="Text 26">
            <a:extLst>
              <a:ext uri="{FF2B5EF4-FFF2-40B4-BE49-F238E27FC236}">
                <a16:creationId xmlns:a16="http://schemas.microsoft.com/office/drawing/2014/main" id="{C1FEF2CD-AFA9-3D95-9711-6AEDE1CEBB55}"/>
              </a:ext>
            </a:extLst>
          </p:cNvPr>
          <p:cNvSpPr/>
          <p:nvPr/>
        </p:nvSpPr>
        <p:spPr>
          <a:xfrm>
            <a:off x="325112" y="6122719"/>
            <a:ext cx="7973468" cy="151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3" i="1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Altrata World Ultra Wealth Report 2025; Knight Frank Wealth Report 2024. UHNWI defined as $30M+ net worth.</a:t>
            </a:r>
            <a:endParaRPr lang="en-US" sz="933"/>
          </a:p>
        </p:txBody>
      </p:sp>
    </p:spTree>
    <p:extLst>
      <p:ext uri="{BB962C8B-B14F-4D97-AF65-F5344CB8AC3E}">
        <p14:creationId xmlns:p14="http://schemas.microsoft.com/office/powerpoint/2010/main" val="1861268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extLst>
              <a:ext uri="{FF2B5EF4-FFF2-40B4-BE49-F238E27FC236}">
                <a16:creationId xmlns:a16="http://schemas.microsoft.com/office/drawing/2014/main" id="{9986220D-76BE-6C34-3777-209FE8F51E2C}"/>
              </a:ext>
            </a:extLst>
          </p:cNvPr>
          <p:cNvSpPr txBox="1"/>
          <p:nvPr/>
        </p:nvSpPr>
        <p:spPr>
          <a:xfrm>
            <a:off x="0" y="1233918"/>
            <a:ext cx="8073789" cy="5529783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12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C897E4-3A9D-1575-BE0B-E07A625A8768}"/>
              </a:ext>
            </a:extLst>
          </p:cNvPr>
          <p:cNvSpPr/>
          <p:nvPr/>
        </p:nvSpPr>
        <p:spPr>
          <a:xfrm>
            <a:off x="9886950" y="6149976"/>
            <a:ext cx="1962150" cy="361950"/>
          </a:xfrm>
          <a:prstGeom prst="rect">
            <a:avLst/>
          </a:prstGeom>
          <a:solidFill>
            <a:srgbClr val="0009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FAB555-1B29-89BB-C7D0-1ED4F995A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301752"/>
            <a:ext cx="11247120" cy="429768"/>
          </a:xfrm>
        </p:spPr>
        <p:txBody>
          <a:bodyPr/>
          <a:lstStyle/>
          <a:p>
            <a:r>
              <a:rPr lang="en-US" sz="3200">
                <a:ea typeface="Source Sans Pro"/>
              </a:rPr>
              <a:t>UHNWI</a:t>
            </a:r>
            <a:endParaRPr lang="en-US" sz="32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3AFBC6-5B71-5F07-E4B3-5C40C3376650}"/>
              </a:ext>
            </a:extLst>
          </p:cNvPr>
          <p:cNvSpPr txBox="1"/>
          <p:nvPr/>
        </p:nvSpPr>
        <p:spPr>
          <a:xfrm>
            <a:off x="8401795" y="1047326"/>
            <a:ext cx="3270168" cy="255454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ea typeface="+mn-lt"/>
                <a:cs typeface="+mn-lt"/>
              </a:rPr>
              <a:t>Of $115M median wealth, roughly $1.7M sits in passion assets, enough for a superyacht only at the very top of the UHNWI band. The affordability gate is tighter than headline wealth figures suggest.</a:t>
            </a:r>
            <a:endParaRPr lang="en-US" sz="2000"/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16F770D9-10C2-7B06-3080-8305DFC3E463}"/>
              </a:ext>
            </a:extLst>
          </p:cNvPr>
          <p:cNvSpPr txBox="1"/>
          <p:nvPr/>
        </p:nvSpPr>
        <p:spPr>
          <a:xfrm>
            <a:off x="8398848" y="3912050"/>
            <a:ext cx="3277611" cy="255454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cap="all">
                <a:solidFill>
                  <a:srgbClr val="3D3D3A"/>
                </a:solidFill>
                <a:ea typeface="+mn-lt"/>
                <a:cs typeface="+mn-lt"/>
              </a:rPr>
              <a:t>the generational risk</a:t>
            </a:r>
            <a:endParaRPr lang="en-US" sz="2000"/>
          </a:p>
          <a:p>
            <a:r>
              <a:rPr lang="en-US" sz="2000">
                <a:solidFill>
                  <a:srgbClr val="141413"/>
                </a:solidFill>
                <a:ea typeface="+mn-lt"/>
                <a:cs typeface="+mn-lt"/>
              </a:rPr>
              <a:t>$83.5T</a:t>
            </a:r>
            <a:r>
              <a:rPr lang="en-US" sz="2000">
                <a:solidFill>
                  <a:srgbClr val="3D3D3A"/>
                </a:solidFill>
                <a:ea typeface="+mn-lt"/>
                <a:cs typeface="+mn-lt"/>
              </a:rPr>
              <a:t> transferring to millennials/Gen Z by 2048. Next-gen UHNWIs show preference for </a:t>
            </a:r>
            <a:r>
              <a:rPr lang="en-US" sz="2000">
                <a:solidFill>
                  <a:srgbClr val="141413"/>
                </a:solidFill>
                <a:ea typeface="+mn-lt"/>
                <a:cs typeface="+mn-lt"/>
              </a:rPr>
              <a:t>experiences over assets,</a:t>
            </a:r>
            <a:r>
              <a:rPr lang="en-US" sz="2000">
                <a:solidFill>
                  <a:srgbClr val="3D3D3A"/>
                </a:solidFill>
                <a:ea typeface="+mn-lt"/>
                <a:cs typeface="+mn-lt"/>
              </a:rPr>
              <a:t> structural headwind to the ownership model.</a:t>
            </a:r>
            <a:endParaRPr lang="en-US" sz="200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D03F2E1-A68A-AFBF-7592-48F1D368DEF2}"/>
              </a:ext>
            </a:extLst>
          </p:cNvPr>
          <p:cNvSpPr txBox="1">
            <a:spLocks/>
          </p:cNvSpPr>
          <p:nvPr/>
        </p:nvSpPr>
        <p:spPr>
          <a:xfrm>
            <a:off x="393769" y="601833"/>
            <a:ext cx="11247120" cy="47624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Source Sans Pro" panose="020B0503030403020204" pitchFamily="34" charset="0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01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585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5000"/>
              <a:buFont typeface="Wingdings" panose="05000000000000000000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SzPct val="75000"/>
              <a:buFont typeface="Source Sans Pro" panose="020B050303040302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>
                <a:ea typeface="Source Sans Pro"/>
              </a:rPr>
              <a:t>How the wealthiest use their funds</a:t>
            </a:r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A010AEDD-6D14-CA2A-4ECA-7E3DAC666654}"/>
              </a:ext>
            </a:extLst>
          </p:cNvPr>
          <p:cNvSpPr/>
          <p:nvPr/>
        </p:nvSpPr>
        <p:spPr>
          <a:xfrm>
            <a:off x="397956" y="1588824"/>
            <a:ext cx="7349974" cy="181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133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UHNWI PORTFOLIO ALLOCATION (% OF TOTAL WEALTH)</a:t>
            </a:r>
            <a:endParaRPr lang="en-US" sz="1200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B7856F82-51BD-3FA5-5B34-120822C89078}"/>
              </a:ext>
            </a:extLst>
          </p:cNvPr>
          <p:cNvSpPr/>
          <p:nvPr/>
        </p:nvSpPr>
        <p:spPr>
          <a:xfrm>
            <a:off x="429232" y="2152231"/>
            <a:ext cx="1759302" cy="593237"/>
          </a:xfrm>
          <a:prstGeom prst="roundRect">
            <a:avLst>
              <a:gd name="adj" fmla="val 5556"/>
            </a:avLst>
          </a:prstGeom>
          <a:solidFill>
            <a:srgbClr val="F5F4F0"/>
          </a:solidFill>
          <a:ln w="6350">
            <a:solidFill>
              <a:srgbClr val="E0DED8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55B5F409-D872-6F11-46D8-22265F845B3C}"/>
              </a:ext>
            </a:extLst>
          </p:cNvPr>
          <p:cNvSpPr/>
          <p:nvPr/>
        </p:nvSpPr>
        <p:spPr>
          <a:xfrm>
            <a:off x="491785" y="2185189"/>
            <a:ext cx="1634196" cy="247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67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$115M</a:t>
            </a:r>
            <a:endParaRPr lang="en-US" sz="2667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37CA625F-C939-8821-161C-EA2C8B867DB9}"/>
              </a:ext>
            </a:extLst>
          </p:cNvPr>
          <p:cNvSpPr/>
          <p:nvPr/>
        </p:nvSpPr>
        <p:spPr>
          <a:xfrm>
            <a:off x="491785" y="2432371"/>
            <a:ext cx="1634196" cy="247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total wealth</a:t>
            </a:r>
            <a:endParaRPr lang="en-US" sz="1067"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27B5F044-8852-6C40-B82D-78532A552AC7}"/>
              </a:ext>
            </a:extLst>
          </p:cNvPr>
          <p:cNvSpPr/>
          <p:nvPr/>
        </p:nvSpPr>
        <p:spPr>
          <a:xfrm>
            <a:off x="2266726" y="2152231"/>
            <a:ext cx="1759302" cy="593237"/>
          </a:xfrm>
          <a:prstGeom prst="roundRect">
            <a:avLst>
              <a:gd name="adj" fmla="val 5556"/>
            </a:avLst>
          </a:prstGeom>
          <a:solidFill>
            <a:srgbClr val="F5F4F0"/>
          </a:solidFill>
          <a:ln w="6350">
            <a:solidFill>
              <a:srgbClr val="E0DED8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BB06CAB9-CDF3-EC94-E534-B0AEBF320E16}"/>
              </a:ext>
            </a:extLst>
          </p:cNvPr>
          <p:cNvSpPr/>
          <p:nvPr/>
        </p:nvSpPr>
        <p:spPr>
          <a:xfrm>
            <a:off x="2329279" y="2185189"/>
            <a:ext cx="1634196" cy="247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67" b="1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</a:t>
            </a:r>
            <a:endParaRPr lang="en-US" sz="2667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727F2559-DA64-0194-92D9-AE9CCEAE6DA9}"/>
              </a:ext>
            </a:extLst>
          </p:cNvPr>
          <p:cNvSpPr/>
          <p:nvPr/>
        </p:nvSpPr>
        <p:spPr>
          <a:xfrm>
            <a:off x="2329279" y="2432371"/>
            <a:ext cx="1634196" cy="247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homes owned</a:t>
            </a:r>
            <a:endParaRPr lang="en-US" sz="1067"/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88EC1934-1496-3983-2B57-C6E4FB01D218}"/>
              </a:ext>
            </a:extLst>
          </p:cNvPr>
          <p:cNvSpPr/>
          <p:nvPr/>
        </p:nvSpPr>
        <p:spPr>
          <a:xfrm>
            <a:off x="4104219" y="2152231"/>
            <a:ext cx="1759302" cy="593237"/>
          </a:xfrm>
          <a:prstGeom prst="roundRect">
            <a:avLst>
              <a:gd name="adj" fmla="val 5556"/>
            </a:avLst>
          </a:prstGeom>
          <a:solidFill>
            <a:srgbClr val="F5F4F0"/>
          </a:solidFill>
          <a:ln w="6350">
            <a:solidFill>
              <a:srgbClr val="E0DED8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6019A86E-99B7-A47F-C374-44CD33A16A2F}"/>
              </a:ext>
            </a:extLst>
          </p:cNvPr>
          <p:cNvSpPr/>
          <p:nvPr/>
        </p:nvSpPr>
        <p:spPr>
          <a:xfrm>
            <a:off x="4166772" y="2185189"/>
            <a:ext cx="1634196" cy="247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50" b="1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$59.8T</a:t>
            </a:r>
            <a:endParaRPr lang="en-US" sz="2667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DA3CFC4A-246E-4394-A7B5-DE23DF1A51A8}"/>
              </a:ext>
            </a:extLst>
          </p:cNvPr>
          <p:cNvSpPr/>
          <p:nvPr/>
        </p:nvSpPr>
        <p:spPr>
          <a:xfrm>
            <a:off x="4166772" y="2432371"/>
            <a:ext cx="1634196" cy="247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 UHNWI wealth</a:t>
            </a:r>
            <a:endParaRPr lang="en-US" sz="1067"/>
          </a:p>
        </p:txBody>
      </p:sp>
      <p:sp>
        <p:nvSpPr>
          <p:cNvPr id="29" name="Shape 10">
            <a:extLst>
              <a:ext uri="{FF2B5EF4-FFF2-40B4-BE49-F238E27FC236}">
                <a16:creationId xmlns:a16="http://schemas.microsoft.com/office/drawing/2014/main" id="{EC83C6D7-6DDA-3B9B-A2C5-B6DF0D3E1280}"/>
              </a:ext>
            </a:extLst>
          </p:cNvPr>
          <p:cNvSpPr/>
          <p:nvPr/>
        </p:nvSpPr>
        <p:spPr>
          <a:xfrm>
            <a:off x="5941713" y="2152231"/>
            <a:ext cx="1759302" cy="593237"/>
          </a:xfrm>
          <a:prstGeom prst="roundRect">
            <a:avLst>
              <a:gd name="adj" fmla="val 5556"/>
            </a:avLst>
          </a:prstGeom>
          <a:solidFill>
            <a:srgbClr val="EBF4FD"/>
          </a:solidFill>
          <a:ln w="15240">
            <a:solidFill>
              <a:srgbClr val="1F5C99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4630E5A4-9437-B41A-00DD-BC62C2ED50B7}"/>
              </a:ext>
            </a:extLst>
          </p:cNvPr>
          <p:cNvSpPr/>
          <p:nvPr/>
        </p:nvSpPr>
        <p:spPr>
          <a:xfrm>
            <a:off x="6004266" y="2185189"/>
            <a:ext cx="1634196" cy="247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67" b="1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~3%</a:t>
            </a:r>
            <a:endParaRPr lang="en-US" sz="2667"/>
          </a:p>
        </p:txBody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A24E2EB6-D389-68EE-CD06-029E974939B6}"/>
              </a:ext>
            </a:extLst>
          </p:cNvPr>
          <p:cNvSpPr/>
          <p:nvPr/>
        </p:nvSpPr>
        <p:spPr>
          <a:xfrm>
            <a:off x="6004266" y="2432371"/>
            <a:ext cx="1634196" cy="247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>
                <a:solidFill>
                  <a:srgbClr val="888780"/>
                </a:solidFill>
                <a:latin typeface="Calibri"/>
                <a:ea typeface="Calibri"/>
                <a:cs typeface="Calibri"/>
              </a:rPr>
              <a:t>passion assets : where yachts live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35" name="Chart 0">
            <a:extLst>
              <a:ext uri="{FF2B5EF4-FFF2-40B4-BE49-F238E27FC236}">
                <a16:creationId xmlns:a16="http://schemas.microsoft.com/office/drawing/2014/main" id="{637545AE-BA94-7EF0-2362-9865648B48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519246"/>
              </p:ext>
            </p:extLst>
          </p:nvPr>
        </p:nvGraphicFramePr>
        <p:xfrm>
          <a:off x="397956" y="3086961"/>
          <a:ext cx="7489495" cy="23486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7" name="Text 13">
            <a:extLst>
              <a:ext uri="{FF2B5EF4-FFF2-40B4-BE49-F238E27FC236}">
                <a16:creationId xmlns:a16="http://schemas.microsoft.com/office/drawing/2014/main" id="{1481C29E-C102-1881-7D5D-BADFCBF86324}"/>
              </a:ext>
            </a:extLst>
          </p:cNvPr>
          <p:cNvSpPr/>
          <p:nvPr/>
        </p:nvSpPr>
        <p:spPr>
          <a:xfrm>
            <a:off x="355026" y="6329109"/>
            <a:ext cx="7349974" cy="23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i="1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allocations across categories from different sources — figures are indicative ranges. Categories overlap across studies (Knight Frank, Altrata, Capgemini).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465451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22BC013-8B39-127F-319E-A2E7BEDBAF8A}"/>
              </a:ext>
            </a:extLst>
          </p:cNvPr>
          <p:cNvSpPr/>
          <p:nvPr/>
        </p:nvSpPr>
        <p:spPr>
          <a:xfrm>
            <a:off x="9886950" y="6149976"/>
            <a:ext cx="1962150" cy="361950"/>
          </a:xfrm>
          <a:prstGeom prst="rect">
            <a:avLst/>
          </a:prstGeom>
          <a:solidFill>
            <a:srgbClr val="0009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map of the world with blue and white colors&#10;&#10;AI-generated content may be incorrect.">
            <a:extLst>
              <a:ext uri="{FF2B5EF4-FFF2-40B4-BE49-F238E27FC236}">
                <a16:creationId xmlns:a16="http://schemas.microsoft.com/office/drawing/2014/main" id="{126448A1-EB1D-80C4-1FC6-EA0BA7CFE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863" y="1076929"/>
            <a:ext cx="10904246" cy="5637860"/>
          </a:xfrm>
          <a:prstGeom prst="rect">
            <a:avLst/>
          </a:prstGeom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53952630-8064-8121-173A-A4362048D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301752"/>
            <a:ext cx="11247120" cy="429768"/>
          </a:xfrm>
        </p:spPr>
        <p:txBody>
          <a:bodyPr/>
          <a:lstStyle/>
          <a:p>
            <a:r>
              <a:rPr lang="en-US" sz="3200">
                <a:ea typeface="Source Sans Pro"/>
              </a:rPr>
              <a:t>UHNWI</a:t>
            </a:r>
            <a:endParaRPr lang="en-US" sz="320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565055AE-D434-2178-8B30-5771FD615BE0}"/>
              </a:ext>
            </a:extLst>
          </p:cNvPr>
          <p:cNvSpPr txBox="1">
            <a:spLocks/>
          </p:cNvSpPr>
          <p:nvPr/>
        </p:nvSpPr>
        <p:spPr>
          <a:xfrm>
            <a:off x="393769" y="601833"/>
            <a:ext cx="11247120" cy="47624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Source Sans Pro" panose="020B0503030403020204" pitchFamily="34" charset="0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01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585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5000"/>
              <a:buFont typeface="Wingdings" panose="05000000000000000000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SzPct val="75000"/>
              <a:buFont typeface="Source Sans Pro" panose="020B050303040302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>
                <a:ea typeface="Source Sans Pro"/>
              </a:rPr>
              <a:t>Geographic location of wealth</a:t>
            </a:r>
          </a:p>
        </p:txBody>
      </p:sp>
    </p:spTree>
    <p:extLst>
      <p:ext uri="{BB962C8B-B14F-4D97-AF65-F5344CB8AC3E}">
        <p14:creationId xmlns:p14="http://schemas.microsoft.com/office/powerpoint/2010/main" val="3072621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8AFF93-DB6C-1A96-3735-90AB0B961680}"/>
              </a:ext>
            </a:extLst>
          </p:cNvPr>
          <p:cNvSpPr txBox="1"/>
          <p:nvPr/>
        </p:nvSpPr>
        <p:spPr>
          <a:xfrm>
            <a:off x="7833151" y="1714648"/>
            <a:ext cx="4119216" cy="175432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141413"/>
                </a:solidFill>
                <a:ea typeface="+mn-lt"/>
                <a:cs typeface="+mn-lt"/>
              </a:rPr>
              <a:t>THE OPPORTUNITY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>
                <a:solidFill>
                  <a:srgbClr val="141413"/>
                </a:solidFill>
                <a:ea typeface="+mn-lt"/>
                <a:cs typeface="+mn-lt"/>
              </a:rPr>
              <a:t>+166,000</a:t>
            </a:r>
            <a:r>
              <a:rPr lang="en-US">
                <a:solidFill>
                  <a:srgbClr val="3D3D3A"/>
                </a:solidFill>
                <a:ea typeface="+mn-lt"/>
                <a:cs typeface="+mn-lt"/>
              </a:rPr>
              <a:t> new UHNWIs forecast by 2030. At current 0.7% penetration that implies </a:t>
            </a:r>
            <a:r>
              <a:rPr lang="en-US">
                <a:solidFill>
                  <a:srgbClr val="141413"/>
                </a:solidFill>
                <a:ea typeface="+mn-lt"/>
                <a:cs typeface="+mn-lt"/>
              </a:rPr>
              <a:t>~1,160 potential new owners: </a:t>
            </a:r>
            <a:r>
              <a:rPr lang="en-US">
                <a:solidFill>
                  <a:srgbClr val="3D3D3A"/>
                </a:solidFill>
                <a:ea typeface="+mn-lt"/>
                <a:cs typeface="+mn-lt"/>
              </a:rPr>
              <a:t>without moving the needle on conversion rate at all.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668E3E-D579-7663-9BD4-7CA731C99DBE}"/>
              </a:ext>
            </a:extLst>
          </p:cNvPr>
          <p:cNvSpPr txBox="1"/>
          <p:nvPr/>
        </p:nvSpPr>
        <p:spPr>
          <a:xfrm>
            <a:off x="7837291" y="3710839"/>
            <a:ext cx="4127625" cy="203132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THE CONSTRAINT:</a:t>
            </a:r>
          </a:p>
          <a:p>
            <a:r>
              <a:rPr lang="en-US">
                <a:solidFill>
                  <a:srgbClr val="3D3D3A"/>
                </a:solidFill>
                <a:ea typeface="+mn-lt"/>
                <a:cs typeface="+mn-lt"/>
              </a:rPr>
              <a:t>Gate 2 is the real ceiling. Only </a:t>
            </a:r>
            <a:r>
              <a:rPr lang="en-US">
                <a:solidFill>
                  <a:srgbClr val="141413"/>
                </a:solidFill>
                <a:ea typeface="+mn-lt"/>
                <a:cs typeface="+mn-lt"/>
              </a:rPr>
              <a:t>~85,000</a:t>
            </a:r>
            <a:r>
              <a:rPr lang="en-US">
                <a:solidFill>
                  <a:srgbClr val="3D3D3A"/>
                </a:solidFill>
                <a:ea typeface="+mn-lt"/>
                <a:cs typeface="+mn-lt"/>
              </a:rPr>
              <a:t> UHNWIs have sufficient liquid wealth and that number grows more slowly than the headline UHNWI count, which is inflated by $30-50M entrants.</a:t>
            </a:r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229A7EC-E81C-EAC9-0EB8-582F38F3DE71}"/>
              </a:ext>
            </a:extLst>
          </p:cNvPr>
          <p:cNvSpPr txBox="1">
            <a:spLocks/>
          </p:cNvSpPr>
          <p:nvPr/>
        </p:nvSpPr>
        <p:spPr>
          <a:xfrm>
            <a:off x="472440" y="301752"/>
            <a:ext cx="11247120" cy="42976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/>
              <a:t>Funnel of UHNWI target audience</a:t>
            </a:r>
            <a:endParaRPr lang="en-US"/>
          </a:p>
        </p:txBody>
      </p:sp>
      <p:sp>
        <p:nvSpPr>
          <p:cNvPr id="10" name="Shape 0">
            <a:extLst>
              <a:ext uri="{FF2B5EF4-FFF2-40B4-BE49-F238E27FC236}">
                <a16:creationId xmlns:a16="http://schemas.microsoft.com/office/drawing/2014/main" id="{E2491118-6860-57F9-8C7A-2BAD9895FDC5}"/>
              </a:ext>
            </a:extLst>
          </p:cNvPr>
          <p:cNvSpPr/>
          <p:nvPr/>
        </p:nvSpPr>
        <p:spPr>
          <a:xfrm>
            <a:off x="471796" y="1006583"/>
            <a:ext cx="6955450" cy="1039318"/>
          </a:xfrm>
          <a:prstGeom prst="roundRect">
            <a:avLst>
              <a:gd name="adj" fmla="val 4878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D8CD5340-504B-63C4-BB28-B77DB5B93C85}"/>
              </a:ext>
            </a:extLst>
          </p:cNvPr>
          <p:cNvSpPr/>
          <p:nvPr/>
        </p:nvSpPr>
        <p:spPr>
          <a:xfrm>
            <a:off x="596637" y="1133330"/>
            <a:ext cx="4312379" cy="228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kern="0" spc="67">
                <a:solidFill>
                  <a:srgbClr val="85B7EB"/>
                </a:solidFill>
                <a:latin typeface="Calibri"/>
                <a:ea typeface="Calibri"/>
                <a:cs typeface="Calibri"/>
              </a:rPr>
              <a:t>GATE 1: TOTAL UHNWI POOL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13D02FC8-DA91-9F4D-4F58-CDE4A84A82C4}"/>
              </a:ext>
            </a:extLst>
          </p:cNvPr>
          <p:cNvSpPr/>
          <p:nvPr/>
        </p:nvSpPr>
        <p:spPr>
          <a:xfrm>
            <a:off x="596637" y="1336123"/>
            <a:ext cx="3825497" cy="430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9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511,000</a:t>
            </a:r>
            <a:endParaRPr lang="en-US" sz="2933"/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44534C4D-9214-C13A-506B-6CE266B32469}"/>
              </a:ext>
            </a:extLst>
          </p:cNvPr>
          <p:cNvSpPr/>
          <p:nvPr/>
        </p:nvSpPr>
        <p:spPr>
          <a:xfrm>
            <a:off x="596637" y="1767060"/>
            <a:ext cx="4312379" cy="228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with $30M+ net worth (2025)</a:t>
            </a:r>
            <a:endParaRPr lang="en-US" sz="1067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B3BD558F-B2C2-EBDC-C48C-0DF3C2BDA6FF}"/>
              </a:ext>
            </a:extLst>
          </p:cNvPr>
          <p:cNvSpPr/>
          <p:nvPr/>
        </p:nvSpPr>
        <p:spPr>
          <a:xfrm>
            <a:off x="4297294" y="1412171"/>
            <a:ext cx="2851734" cy="253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133">
                <a:solidFill>
                  <a:srgbClr val="85B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$59.8T collective wealth</a:t>
            </a:r>
            <a:endParaRPr lang="en-US" sz="1133"/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B0D8253E-120A-AC8D-B4BE-0FF63A93D6D9}"/>
              </a:ext>
            </a:extLst>
          </p:cNvPr>
          <p:cNvSpPr/>
          <p:nvPr/>
        </p:nvSpPr>
        <p:spPr>
          <a:xfrm flipV="1">
            <a:off x="2763528" y="2045902"/>
            <a:ext cx="2371987" cy="228143"/>
          </a:xfrm>
          <a:prstGeom prst="triangle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E68653B2-BE94-9442-519C-17F9AF180BBA}"/>
              </a:ext>
            </a:extLst>
          </p:cNvPr>
          <p:cNvSpPr/>
          <p:nvPr/>
        </p:nvSpPr>
        <p:spPr>
          <a:xfrm>
            <a:off x="471796" y="2045902"/>
            <a:ext cx="2273897" cy="228143"/>
          </a:xfrm>
          <a:prstGeom prst="rt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1698A819-BDB0-1CDC-491B-514A3B24179C}"/>
              </a:ext>
            </a:extLst>
          </p:cNvPr>
          <p:cNvSpPr/>
          <p:nvPr/>
        </p:nvSpPr>
        <p:spPr>
          <a:xfrm flipH="1">
            <a:off x="5153349" y="2045902"/>
            <a:ext cx="2273897" cy="228143"/>
          </a:xfrm>
          <a:prstGeom prst="rt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E0CA8490-0632-9574-492E-B9B6F0B8D42C}"/>
              </a:ext>
            </a:extLst>
          </p:cNvPr>
          <p:cNvSpPr/>
          <p:nvPr/>
        </p:nvSpPr>
        <p:spPr>
          <a:xfrm>
            <a:off x="828486" y="2274045"/>
            <a:ext cx="6242071" cy="1039318"/>
          </a:xfrm>
          <a:prstGeom prst="roundRect">
            <a:avLst>
              <a:gd name="adj" fmla="val 4878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9FF005B5-E1D2-3153-796F-CA00EEC1CCA7}"/>
              </a:ext>
            </a:extLst>
          </p:cNvPr>
          <p:cNvSpPr/>
          <p:nvPr/>
        </p:nvSpPr>
        <p:spPr>
          <a:xfrm>
            <a:off x="953327" y="2400791"/>
            <a:ext cx="3870084" cy="228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kern="0" spc="67">
                <a:solidFill>
                  <a:srgbClr val="B5D4F4"/>
                </a:solidFill>
                <a:latin typeface="Calibri"/>
                <a:ea typeface="Calibri"/>
                <a:cs typeface="Calibri"/>
              </a:rPr>
              <a:t>GATE 2: AFFORDABILITY FILTER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5BC7A99B-DDA0-A0A7-7B4F-CB0AF508825B}"/>
              </a:ext>
            </a:extLst>
          </p:cNvPr>
          <p:cNvSpPr/>
          <p:nvPr/>
        </p:nvSpPr>
        <p:spPr>
          <a:xfrm>
            <a:off x="953327" y="2603585"/>
            <a:ext cx="3433139" cy="430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9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~85,000</a:t>
            </a:r>
            <a:endParaRPr lang="en-US" sz="2933"/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EC244738-517B-9220-BFC8-E8B0DA14722B}"/>
              </a:ext>
            </a:extLst>
          </p:cNvPr>
          <p:cNvSpPr/>
          <p:nvPr/>
        </p:nvSpPr>
        <p:spPr>
          <a:xfrm>
            <a:off x="953327" y="3034521"/>
            <a:ext cx="3870084" cy="228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>
                <a:solidFill>
                  <a:srgbClr val="B5D4F4"/>
                </a:solidFill>
                <a:latin typeface="Calibri"/>
                <a:ea typeface="Calibri"/>
                <a:cs typeface="Calibri"/>
              </a:rPr>
              <a:t>liquid wealth $200M+  yacht &lt;15% of liquid assets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34" name="Shape 12">
            <a:extLst>
              <a:ext uri="{FF2B5EF4-FFF2-40B4-BE49-F238E27FC236}">
                <a16:creationId xmlns:a16="http://schemas.microsoft.com/office/drawing/2014/main" id="{86D37DAB-71D1-E827-B6E1-81865D9FEAAD}"/>
              </a:ext>
            </a:extLst>
          </p:cNvPr>
          <p:cNvSpPr/>
          <p:nvPr/>
        </p:nvSpPr>
        <p:spPr>
          <a:xfrm>
            <a:off x="5652715" y="2635271"/>
            <a:ext cx="1293000" cy="253492"/>
          </a:xfrm>
          <a:prstGeom prst="roundRect">
            <a:avLst>
              <a:gd name="adj" fmla="val 20000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601A2115-5EE7-5AE5-D133-D172F3C721F3}"/>
              </a:ext>
            </a:extLst>
          </p:cNvPr>
          <p:cNvSpPr/>
          <p:nvPr/>
        </p:nvSpPr>
        <p:spPr>
          <a:xfrm>
            <a:off x="5646124" y="2664915"/>
            <a:ext cx="1293000" cy="253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 of gate 1</a:t>
            </a:r>
            <a:endParaRPr lang="en-US" sz="1000"/>
          </a:p>
        </p:txBody>
      </p:sp>
      <p:sp>
        <p:nvSpPr>
          <p:cNvPr id="38" name="Shape 14">
            <a:extLst>
              <a:ext uri="{FF2B5EF4-FFF2-40B4-BE49-F238E27FC236}">
                <a16:creationId xmlns:a16="http://schemas.microsoft.com/office/drawing/2014/main" id="{E617D60A-7C06-731C-EC39-462D8815225B}"/>
              </a:ext>
            </a:extLst>
          </p:cNvPr>
          <p:cNvSpPr/>
          <p:nvPr/>
        </p:nvSpPr>
        <p:spPr>
          <a:xfrm flipV="1">
            <a:off x="2932955" y="3313363"/>
            <a:ext cx="2033132" cy="228143"/>
          </a:xfrm>
          <a:prstGeom prst="triangl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40" name="Shape 15">
            <a:extLst>
              <a:ext uri="{FF2B5EF4-FFF2-40B4-BE49-F238E27FC236}">
                <a16:creationId xmlns:a16="http://schemas.microsoft.com/office/drawing/2014/main" id="{7C58BA9F-317B-4C51-AA06-141CD484648F}"/>
              </a:ext>
            </a:extLst>
          </p:cNvPr>
          <p:cNvSpPr/>
          <p:nvPr/>
        </p:nvSpPr>
        <p:spPr>
          <a:xfrm>
            <a:off x="828486" y="3313363"/>
            <a:ext cx="2086635" cy="228143"/>
          </a:xfrm>
          <a:prstGeom prst="rt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42" name="Shape 16">
            <a:extLst>
              <a:ext uri="{FF2B5EF4-FFF2-40B4-BE49-F238E27FC236}">
                <a16:creationId xmlns:a16="http://schemas.microsoft.com/office/drawing/2014/main" id="{D7CB1988-6CC3-0E1F-1CE3-2931141FFD6E}"/>
              </a:ext>
            </a:extLst>
          </p:cNvPr>
          <p:cNvSpPr/>
          <p:nvPr/>
        </p:nvSpPr>
        <p:spPr>
          <a:xfrm flipH="1">
            <a:off x="4983921" y="3313363"/>
            <a:ext cx="2086635" cy="228143"/>
          </a:xfrm>
          <a:prstGeom prst="rt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44" name="Shape 17">
            <a:extLst>
              <a:ext uri="{FF2B5EF4-FFF2-40B4-BE49-F238E27FC236}">
                <a16:creationId xmlns:a16="http://schemas.microsoft.com/office/drawing/2014/main" id="{A8FD9EB1-68D4-808E-38E7-5E65E1F7C2C6}"/>
              </a:ext>
            </a:extLst>
          </p:cNvPr>
          <p:cNvSpPr/>
          <p:nvPr/>
        </p:nvSpPr>
        <p:spPr>
          <a:xfrm>
            <a:off x="1274348" y="3541506"/>
            <a:ext cx="5350346" cy="1039318"/>
          </a:xfrm>
          <a:prstGeom prst="roundRect">
            <a:avLst>
              <a:gd name="adj" fmla="val 4878"/>
            </a:avLst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46" name="Text 18">
            <a:extLst>
              <a:ext uri="{FF2B5EF4-FFF2-40B4-BE49-F238E27FC236}">
                <a16:creationId xmlns:a16="http://schemas.microsoft.com/office/drawing/2014/main" id="{259F007C-93CD-94D0-E41F-331A848EB21D}"/>
              </a:ext>
            </a:extLst>
          </p:cNvPr>
          <p:cNvSpPr/>
          <p:nvPr/>
        </p:nvSpPr>
        <p:spPr>
          <a:xfrm>
            <a:off x="1399189" y="3668252"/>
            <a:ext cx="3317215" cy="228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kern="0" spc="67">
                <a:solidFill>
                  <a:srgbClr val="D0E6F5"/>
                </a:solidFill>
                <a:latin typeface="Calibri"/>
                <a:ea typeface="Calibri"/>
                <a:cs typeface="Calibri"/>
              </a:rPr>
              <a:t>GATE 3:  MARITIME LIFESTYLE AFFINITY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48" name="Text 19">
            <a:extLst>
              <a:ext uri="{FF2B5EF4-FFF2-40B4-BE49-F238E27FC236}">
                <a16:creationId xmlns:a16="http://schemas.microsoft.com/office/drawing/2014/main" id="{3578F118-B601-3152-7CAD-695A30BDBD5D}"/>
              </a:ext>
            </a:extLst>
          </p:cNvPr>
          <p:cNvSpPr/>
          <p:nvPr/>
        </p:nvSpPr>
        <p:spPr>
          <a:xfrm>
            <a:off x="1399189" y="3871046"/>
            <a:ext cx="2942690" cy="430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9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~22,000</a:t>
            </a:r>
            <a:endParaRPr lang="en-US" sz="2933"/>
          </a:p>
        </p:txBody>
      </p:sp>
      <p:sp>
        <p:nvSpPr>
          <p:cNvPr id="50" name="Text 20">
            <a:extLst>
              <a:ext uri="{FF2B5EF4-FFF2-40B4-BE49-F238E27FC236}">
                <a16:creationId xmlns:a16="http://schemas.microsoft.com/office/drawing/2014/main" id="{F61877CF-14AC-FC76-FD7F-AD3935D2CCFF}"/>
              </a:ext>
            </a:extLst>
          </p:cNvPr>
          <p:cNvSpPr/>
          <p:nvPr/>
        </p:nvSpPr>
        <p:spPr>
          <a:xfrm>
            <a:off x="1399189" y="4301983"/>
            <a:ext cx="3317215" cy="228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>
                <a:solidFill>
                  <a:srgbClr val="D0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wealth-qualified + active interest in maritime luxury</a:t>
            </a:r>
            <a:endParaRPr lang="en-US" sz="1067"/>
          </a:p>
        </p:txBody>
      </p:sp>
      <p:sp>
        <p:nvSpPr>
          <p:cNvPr id="52" name="Shape 21">
            <a:extLst>
              <a:ext uri="{FF2B5EF4-FFF2-40B4-BE49-F238E27FC236}">
                <a16:creationId xmlns:a16="http://schemas.microsoft.com/office/drawing/2014/main" id="{646B5BCD-2F59-E7BF-6B60-ECE263BBD779}"/>
              </a:ext>
            </a:extLst>
          </p:cNvPr>
          <p:cNvSpPr/>
          <p:nvPr/>
        </p:nvSpPr>
        <p:spPr>
          <a:xfrm>
            <a:off x="5206852" y="3902732"/>
            <a:ext cx="1293000" cy="253492"/>
          </a:xfrm>
          <a:prstGeom prst="roundRect">
            <a:avLst>
              <a:gd name="adj" fmla="val 20000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54" name="Text 22">
            <a:extLst>
              <a:ext uri="{FF2B5EF4-FFF2-40B4-BE49-F238E27FC236}">
                <a16:creationId xmlns:a16="http://schemas.microsoft.com/office/drawing/2014/main" id="{9416DEC4-9EE9-FBBC-E799-4AF6DE5818D3}"/>
              </a:ext>
            </a:extLst>
          </p:cNvPr>
          <p:cNvSpPr/>
          <p:nvPr/>
        </p:nvSpPr>
        <p:spPr>
          <a:xfrm>
            <a:off x="5329050" y="3932376"/>
            <a:ext cx="1293000" cy="253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 of gate 2</a:t>
            </a:r>
            <a:endParaRPr lang="en-US" sz="1000"/>
          </a:p>
        </p:txBody>
      </p:sp>
      <p:sp>
        <p:nvSpPr>
          <p:cNvPr id="56" name="Shape 23">
            <a:extLst>
              <a:ext uri="{FF2B5EF4-FFF2-40B4-BE49-F238E27FC236}">
                <a16:creationId xmlns:a16="http://schemas.microsoft.com/office/drawing/2014/main" id="{4689DD58-0094-708C-98C3-BD6CDFFBE5FC}"/>
              </a:ext>
            </a:extLst>
          </p:cNvPr>
          <p:cNvSpPr/>
          <p:nvPr/>
        </p:nvSpPr>
        <p:spPr>
          <a:xfrm flipV="1">
            <a:off x="2932955" y="4580824"/>
            <a:ext cx="2033132" cy="228143"/>
          </a:xfrm>
          <a:prstGeom prst="triangl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F3AFF749-22E4-B0B6-727D-98A72933B6F2}"/>
              </a:ext>
            </a:extLst>
          </p:cNvPr>
          <p:cNvSpPr/>
          <p:nvPr/>
        </p:nvSpPr>
        <p:spPr>
          <a:xfrm>
            <a:off x="1274348" y="4580824"/>
            <a:ext cx="1640773" cy="228143"/>
          </a:xfrm>
          <a:prstGeom prst="rt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60" name="Shape 25">
            <a:extLst>
              <a:ext uri="{FF2B5EF4-FFF2-40B4-BE49-F238E27FC236}">
                <a16:creationId xmlns:a16="http://schemas.microsoft.com/office/drawing/2014/main" id="{C0CBD924-B15A-FD32-0A2E-44C1C2F4D99F}"/>
              </a:ext>
            </a:extLst>
          </p:cNvPr>
          <p:cNvSpPr/>
          <p:nvPr/>
        </p:nvSpPr>
        <p:spPr>
          <a:xfrm flipH="1">
            <a:off x="4983921" y="4580824"/>
            <a:ext cx="1640773" cy="228143"/>
          </a:xfrm>
          <a:prstGeom prst="rt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62" name="Shape 26">
            <a:extLst>
              <a:ext uri="{FF2B5EF4-FFF2-40B4-BE49-F238E27FC236}">
                <a16:creationId xmlns:a16="http://schemas.microsoft.com/office/drawing/2014/main" id="{BCDE9220-4237-D9B7-D904-C996494B3BA2}"/>
              </a:ext>
            </a:extLst>
          </p:cNvPr>
          <p:cNvSpPr/>
          <p:nvPr/>
        </p:nvSpPr>
        <p:spPr>
          <a:xfrm>
            <a:off x="828486" y="4808967"/>
            <a:ext cx="6242071" cy="1330834"/>
          </a:xfrm>
          <a:prstGeom prst="roundRect">
            <a:avLst>
              <a:gd name="adj" fmla="val 3810"/>
            </a:avLst>
          </a:prstGeom>
          <a:solidFill>
            <a:srgbClr val="EBF4FD"/>
          </a:solidFill>
          <a:ln w="19050">
            <a:solidFill>
              <a:srgbClr val="185FA5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64" name="Text 27">
            <a:extLst>
              <a:ext uri="{FF2B5EF4-FFF2-40B4-BE49-F238E27FC236}">
                <a16:creationId xmlns:a16="http://schemas.microsoft.com/office/drawing/2014/main" id="{C90AD4A2-FC8D-F027-BC2F-B3929A6E2B40}"/>
              </a:ext>
            </a:extLst>
          </p:cNvPr>
          <p:cNvSpPr/>
          <p:nvPr/>
        </p:nvSpPr>
        <p:spPr>
          <a:xfrm>
            <a:off x="953327" y="4935713"/>
            <a:ext cx="3870084" cy="228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kern="0" spc="67">
                <a:solidFill>
                  <a:srgbClr val="185FA5"/>
                </a:solidFill>
                <a:latin typeface="Calibri"/>
                <a:ea typeface="Calibri"/>
                <a:cs typeface="Calibri"/>
              </a:rPr>
              <a:t>GATE 4: MEGAYACHT OWNERS ($30M+ VESSEL)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66" name="Text 28">
            <a:extLst>
              <a:ext uri="{FF2B5EF4-FFF2-40B4-BE49-F238E27FC236}">
                <a16:creationId xmlns:a16="http://schemas.microsoft.com/office/drawing/2014/main" id="{F3A27D25-C85D-2754-5471-B5E4CA6AC351}"/>
              </a:ext>
            </a:extLst>
          </p:cNvPr>
          <p:cNvSpPr/>
          <p:nvPr/>
        </p:nvSpPr>
        <p:spPr>
          <a:xfrm>
            <a:off x="953327" y="5138507"/>
            <a:ext cx="3433139" cy="430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933" b="1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~3,700</a:t>
            </a:r>
            <a:endParaRPr lang="en-US" sz="2933"/>
          </a:p>
        </p:txBody>
      </p:sp>
      <p:sp>
        <p:nvSpPr>
          <p:cNvPr id="68" name="Text 29">
            <a:extLst>
              <a:ext uri="{FF2B5EF4-FFF2-40B4-BE49-F238E27FC236}">
                <a16:creationId xmlns:a16="http://schemas.microsoft.com/office/drawing/2014/main" id="{4B4E604C-8B30-72B5-0555-B87DBFF0572A}"/>
              </a:ext>
            </a:extLst>
          </p:cNvPr>
          <p:cNvSpPr/>
          <p:nvPr/>
        </p:nvSpPr>
        <p:spPr>
          <a:xfrm>
            <a:off x="953327" y="5569444"/>
            <a:ext cx="3870084" cy="228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>
                <a:solidFill>
                  <a:srgbClr val="185FA5"/>
                </a:solidFill>
                <a:latin typeface="Calibri"/>
                <a:ea typeface="Calibri"/>
                <a:cs typeface="Calibri"/>
              </a:rPr>
              <a:t>individuals globally:  some own 2+ vessels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70" name="Shape 30">
            <a:extLst>
              <a:ext uri="{FF2B5EF4-FFF2-40B4-BE49-F238E27FC236}">
                <a16:creationId xmlns:a16="http://schemas.microsoft.com/office/drawing/2014/main" id="{7A3D7C9C-4A2D-4BDA-ABC4-3FDF3CFE368C}"/>
              </a:ext>
            </a:extLst>
          </p:cNvPr>
          <p:cNvSpPr/>
          <p:nvPr/>
        </p:nvSpPr>
        <p:spPr>
          <a:xfrm>
            <a:off x="5652715" y="4935713"/>
            <a:ext cx="1293000" cy="253492"/>
          </a:xfrm>
          <a:prstGeom prst="roundRect">
            <a:avLst>
              <a:gd name="adj" fmla="val 20000"/>
            </a:avLst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72" name="Text 31">
            <a:extLst>
              <a:ext uri="{FF2B5EF4-FFF2-40B4-BE49-F238E27FC236}">
                <a16:creationId xmlns:a16="http://schemas.microsoft.com/office/drawing/2014/main" id="{F76693D3-212C-44E5-B6D8-62C06D1DFA9B}"/>
              </a:ext>
            </a:extLst>
          </p:cNvPr>
          <p:cNvSpPr/>
          <p:nvPr/>
        </p:nvSpPr>
        <p:spPr>
          <a:xfrm>
            <a:off x="5689053" y="4986822"/>
            <a:ext cx="1293000" cy="253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0.7% of all UHNWIs</a:t>
            </a:r>
            <a:endParaRPr lang="en-US" sz="1000"/>
          </a:p>
        </p:txBody>
      </p:sp>
      <p:sp>
        <p:nvSpPr>
          <p:cNvPr id="74" name="Shape 32">
            <a:extLst>
              <a:ext uri="{FF2B5EF4-FFF2-40B4-BE49-F238E27FC236}">
                <a16:creationId xmlns:a16="http://schemas.microsoft.com/office/drawing/2014/main" id="{FFCA95C0-CD95-6DDC-C135-329C6A1AF385}"/>
              </a:ext>
            </a:extLst>
          </p:cNvPr>
          <p:cNvSpPr/>
          <p:nvPr/>
        </p:nvSpPr>
        <p:spPr>
          <a:xfrm>
            <a:off x="5652715" y="5288660"/>
            <a:ext cx="1293000" cy="253492"/>
          </a:xfrm>
          <a:prstGeom prst="roundRect">
            <a:avLst>
              <a:gd name="adj" fmla="val 20000"/>
            </a:avLst>
          </a:prstGeom>
          <a:solidFill>
            <a:srgbClr val="185FA5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76" name="Text 33">
            <a:extLst>
              <a:ext uri="{FF2B5EF4-FFF2-40B4-BE49-F238E27FC236}">
                <a16:creationId xmlns:a16="http://schemas.microsoft.com/office/drawing/2014/main" id="{428F05FB-FC20-DF0F-74E2-1F7D5771AADB}"/>
              </a:ext>
            </a:extLst>
          </p:cNvPr>
          <p:cNvSpPr/>
          <p:nvPr/>
        </p:nvSpPr>
        <p:spPr>
          <a:xfrm>
            <a:off x="5656856" y="5329037"/>
            <a:ext cx="1293000" cy="253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4.4% of affordable pool</a:t>
            </a:r>
            <a:endParaRPr lang="en-US" sz="1000"/>
          </a:p>
        </p:txBody>
      </p:sp>
      <p:sp>
        <p:nvSpPr>
          <p:cNvPr id="78" name="Shape 34">
            <a:extLst>
              <a:ext uri="{FF2B5EF4-FFF2-40B4-BE49-F238E27FC236}">
                <a16:creationId xmlns:a16="http://schemas.microsoft.com/office/drawing/2014/main" id="{9F21F5B6-4876-8357-5ED4-E92B43EF210D}"/>
              </a:ext>
            </a:extLst>
          </p:cNvPr>
          <p:cNvSpPr/>
          <p:nvPr/>
        </p:nvSpPr>
        <p:spPr>
          <a:xfrm>
            <a:off x="5652715" y="5620142"/>
            <a:ext cx="1293000" cy="253492"/>
          </a:xfrm>
          <a:prstGeom prst="roundRect">
            <a:avLst>
              <a:gd name="adj" fmla="val 20000"/>
            </a:avLst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80" name="Text 35">
            <a:extLst>
              <a:ext uri="{FF2B5EF4-FFF2-40B4-BE49-F238E27FC236}">
                <a16:creationId xmlns:a16="http://schemas.microsoft.com/office/drawing/2014/main" id="{01E108B7-43E1-B77F-3F48-19B1B85A2DD8}"/>
              </a:ext>
            </a:extLst>
          </p:cNvPr>
          <p:cNvSpPr/>
          <p:nvPr/>
        </p:nvSpPr>
        <p:spPr>
          <a:xfrm>
            <a:off x="5646124" y="5639054"/>
            <a:ext cx="1293000" cy="253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 of maritime pool</a:t>
            </a:r>
            <a:endParaRPr lang="en-US" sz="1000"/>
          </a:p>
        </p:txBody>
      </p:sp>
      <p:sp>
        <p:nvSpPr>
          <p:cNvPr id="84" name="Text 37">
            <a:extLst>
              <a:ext uri="{FF2B5EF4-FFF2-40B4-BE49-F238E27FC236}">
                <a16:creationId xmlns:a16="http://schemas.microsoft.com/office/drawing/2014/main" id="{2552CA1A-C7BB-D92A-D981-AA2AF6059119}"/>
              </a:ext>
            </a:extLst>
          </p:cNvPr>
          <p:cNvSpPr/>
          <p:nvPr/>
        </p:nvSpPr>
        <p:spPr>
          <a:xfrm>
            <a:off x="471796" y="6291897"/>
            <a:ext cx="6955450" cy="354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3" i="1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Altrata 2025; SuperyachtNews 2023; Superyacht Forum / IUM 2023; Knight Frank 2024. Gate 2: yacht = max 15% of liquid assets.</a:t>
            </a:r>
            <a:endParaRPr lang="en-US" sz="933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969F7C9-04A8-26AD-5C68-3BBF23338616}"/>
              </a:ext>
            </a:extLst>
          </p:cNvPr>
          <p:cNvSpPr txBox="1"/>
          <p:nvPr/>
        </p:nvSpPr>
        <p:spPr>
          <a:xfrm>
            <a:off x="9124689" y="6349381"/>
            <a:ext cx="3065995" cy="592952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659589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49ECFDB-9532-BEE8-9277-E8E7237BD044}"/>
              </a:ext>
            </a:extLst>
          </p:cNvPr>
          <p:cNvSpPr/>
          <p:nvPr/>
        </p:nvSpPr>
        <p:spPr>
          <a:xfrm>
            <a:off x="724490" y="2435902"/>
            <a:ext cx="5257209" cy="702003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chemeClr val="bg1"/>
                </a:solidFill>
                <a:latin typeface="Aptos"/>
              </a:rPr>
              <a:t>HOW MEGA YACHTS ARE TRACKED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31D641-5C7B-570C-6C77-F7A5EF56F11D}"/>
              </a:ext>
            </a:extLst>
          </p:cNvPr>
          <p:cNvSpPr/>
          <p:nvPr/>
        </p:nvSpPr>
        <p:spPr>
          <a:xfrm>
            <a:off x="724490" y="3137905"/>
            <a:ext cx="5257209" cy="1810841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/>
                </a:solidFill>
              </a:rPr>
              <a:t>No global system → multiple records used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/>
                </a:solidFill>
              </a:rPr>
              <a:t>Flag states register yachts (often via companies)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/>
                </a:solidFill>
              </a:rPr>
              <a:t>IMO + AIS systems track identity &amp; location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/>
                </a:solidFill>
              </a:rPr>
              <a:t>Easy to track the yacht: not the real owner</a:t>
            </a:r>
            <a:endParaRPr lang="en-US" sz="2000">
              <a:solidFill>
                <a:schemeClr val="tx1"/>
              </a:solidFill>
              <a:ea typeface="Source Sans Pro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2F34B3-8247-2A75-A07F-AC3AFD6FEC17}"/>
              </a:ext>
            </a:extLst>
          </p:cNvPr>
          <p:cNvSpPr/>
          <p:nvPr/>
        </p:nvSpPr>
        <p:spPr>
          <a:xfrm>
            <a:off x="6370910" y="2435902"/>
            <a:ext cx="5257209" cy="702003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chemeClr val="bg1"/>
                </a:solidFill>
                <a:latin typeface="Aptos"/>
              </a:rPr>
              <a:t>WHY TRACKING MATTERS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3612C1-8AF3-0205-3DCE-90DAF21F34DE}"/>
              </a:ext>
            </a:extLst>
          </p:cNvPr>
          <p:cNvSpPr/>
          <p:nvPr/>
        </p:nvSpPr>
        <p:spPr>
          <a:xfrm>
            <a:off x="6370910" y="3137905"/>
            <a:ext cx="5257209" cy="1810841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>
                <a:solidFill>
                  <a:schemeClr val="tx1"/>
                </a:solidFill>
                <a:ea typeface="+mn-lt"/>
                <a:cs typeface="+mn-lt"/>
              </a:rPr>
              <a:t>Verifies asset, legal status &amp; usage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>
                <a:solidFill>
                  <a:schemeClr val="tx1"/>
                </a:solidFill>
                <a:ea typeface="+mn-lt"/>
                <a:cs typeface="+mn-lt"/>
              </a:rPr>
              <a:t>Shows: private use, charter, or sale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>
                <a:solidFill>
                  <a:schemeClr val="tx1"/>
                </a:solidFill>
                <a:ea typeface="+mn-lt"/>
                <a:cs typeface="+mn-lt"/>
              </a:rPr>
              <a:t>Risk: unclear ownership + illiquidity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>
                <a:solidFill>
                  <a:schemeClr val="tx1"/>
                </a:solidFill>
                <a:ea typeface="+mn-lt"/>
                <a:cs typeface="+mn-lt"/>
              </a:rPr>
              <a:t>Opportunity: exclusivity + strong demand</a:t>
            </a:r>
            <a:endParaRPr lang="en-GB" sz="200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94C5BB-E0C4-6E6B-2C4A-426DEE004611}"/>
              </a:ext>
            </a:extLst>
          </p:cNvPr>
          <p:cNvSpPr txBox="1"/>
          <p:nvPr/>
        </p:nvSpPr>
        <p:spPr>
          <a:xfrm>
            <a:off x="218496" y="5759426"/>
            <a:ext cx="3134598" cy="10985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120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9BE6178C-A9D4-CF6B-0DAF-6DEBFAAEC50E}"/>
              </a:ext>
            </a:extLst>
          </p:cNvPr>
          <p:cNvSpPr txBox="1">
            <a:spLocks/>
          </p:cNvSpPr>
          <p:nvPr/>
        </p:nvSpPr>
        <p:spPr>
          <a:xfrm>
            <a:off x="472440" y="301752"/>
            <a:ext cx="11247120" cy="42976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>
                <a:ea typeface="+mj-lt"/>
                <a:cs typeface="+mj-lt"/>
              </a:rPr>
              <a:t>Mega yacht ownership is deliberately opaque </a:t>
            </a:r>
            <a:endParaRPr lang="en-US" sz="3200">
              <a:ea typeface="Source Sans Pro"/>
            </a:endParaRP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5F8E8A-D0CB-669B-108B-5E052CCFAB8A}"/>
              </a:ext>
            </a:extLst>
          </p:cNvPr>
          <p:cNvSpPr txBox="1">
            <a:spLocks/>
          </p:cNvSpPr>
          <p:nvPr/>
        </p:nvSpPr>
        <p:spPr>
          <a:xfrm>
            <a:off x="526101" y="856178"/>
            <a:ext cx="9798248" cy="47624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Source Sans Pro" panose="020B0503030403020204" pitchFamily="34" charset="0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01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585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5000"/>
              <a:buFont typeface="Wingdings" panose="05000000000000000000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SzPct val="75000"/>
              <a:buFont typeface="Source Sans Pro" panose="020B050303040302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ea typeface="+mn-lt"/>
                <a:cs typeface="+mn-lt"/>
              </a:rPr>
              <a:t>You can find the vessel. You cannot find the owner: and that is by design</a:t>
            </a:r>
            <a:endParaRPr lang="en-US" sz="1600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2082262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3966A6-4709-560A-2C2C-0A8CD00F16E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1D41FD-E349-9998-0FDC-64F213A1D5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A2BB6D-D019-4321-8BA6-59299BECB9DA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27" name="Picture 26" descr="A chart with text on it&#10;&#10;AI-generated content may be incorrect.">
            <a:extLst>
              <a:ext uri="{FF2B5EF4-FFF2-40B4-BE49-F238E27FC236}">
                <a16:creationId xmlns:a16="http://schemas.microsoft.com/office/drawing/2014/main" id="{932DFA4E-478D-8FC7-CA12-BBDB464092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14" t="11361" r="466" b="-118"/>
          <a:stretch>
            <a:fillRect/>
          </a:stretch>
        </p:blipFill>
        <p:spPr>
          <a:xfrm>
            <a:off x="6293223" y="1139921"/>
            <a:ext cx="5898949" cy="5306122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0453A59-30C4-C8EA-505E-3A04BD5D5FC8}"/>
              </a:ext>
            </a:extLst>
          </p:cNvPr>
          <p:cNvSpPr txBox="1"/>
          <p:nvPr/>
        </p:nvSpPr>
        <p:spPr>
          <a:xfrm>
            <a:off x="6672974" y="1139921"/>
            <a:ext cx="513944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000" b="1">
                <a:latin typeface="Arial"/>
                <a:cs typeface="Arial"/>
              </a:rPr>
              <a:t>Mega Yacht Charter Industry Structure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2616195-15C1-A078-369D-8139953B4062}"/>
              </a:ext>
            </a:extLst>
          </p:cNvPr>
          <p:cNvSpPr txBox="1"/>
          <p:nvPr/>
        </p:nvSpPr>
        <p:spPr>
          <a:xfrm>
            <a:off x="10647765" y="2011388"/>
            <a:ext cx="143896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000"/>
              <a:t>IYC, Burguess, Fraser Yachts, etc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3898AD68-9E8A-1154-8E31-A998F5966D37}"/>
              </a:ext>
            </a:extLst>
          </p:cNvPr>
          <p:cNvSpPr txBox="1">
            <a:spLocks/>
          </p:cNvSpPr>
          <p:nvPr/>
        </p:nvSpPr>
        <p:spPr>
          <a:xfrm>
            <a:off x="557158" y="1670120"/>
            <a:ext cx="5455920" cy="40444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Source Sans Pro" panose="020B0503030403020204" pitchFamily="34" charset="0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01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585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5000"/>
              <a:buFont typeface="Wingdings" panose="05000000000000000000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SzPct val="75000"/>
              <a:buFont typeface="Source Sans Pro" panose="020B050303040302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/>
          </a:p>
          <a:p>
            <a:r>
              <a:rPr lang="en-GB" sz="1800">
                <a:solidFill>
                  <a:schemeClr val="bg1"/>
                </a:solidFill>
                <a:ea typeface="+mn-lt"/>
                <a:cs typeface="+mn-lt"/>
              </a:rPr>
              <a:t>Chartering supports manufacturing by making yacht ownership more attractive after delivery, not by replacing the core shipyard strategy.</a:t>
            </a:r>
          </a:p>
          <a:p>
            <a:r>
              <a:rPr lang="en-GB" sz="1800">
                <a:solidFill>
                  <a:schemeClr val="bg1"/>
                </a:solidFill>
                <a:ea typeface="+mn-lt"/>
                <a:cs typeface="+mn-lt"/>
              </a:rPr>
              <a:t>Charter partners provide usage data on layouts, amenities, maintenance issues and guest preferences, helping manufacturers improve future yacht designs.</a:t>
            </a:r>
          </a:p>
          <a:p>
            <a:r>
              <a:rPr lang="en-GB" sz="1800">
                <a:solidFill>
                  <a:schemeClr val="bg1"/>
                </a:solidFill>
                <a:ea typeface="+mn-lt"/>
                <a:cs typeface="+mn-lt"/>
              </a:rPr>
              <a:t>Owner services create recurring revenue through maintenance, refit, crew, compliance and resale support after the yacht has been delivered.</a:t>
            </a:r>
            <a:endParaRPr lang="en-GB" sz="1800">
              <a:solidFill>
                <a:schemeClr val="bg1"/>
              </a:solidFill>
              <a:ea typeface="Source Sans Pro"/>
            </a:endParaRPr>
          </a:p>
          <a:p>
            <a:r>
              <a:rPr lang="en-GB" sz="1800">
                <a:solidFill>
                  <a:schemeClr val="bg1"/>
                </a:solidFill>
                <a:ea typeface="+mn-lt"/>
                <a:cs typeface="+mn-lt"/>
              </a:rPr>
              <a:t>Private equity should prioritise manufacturing while using charter partnerships to strengthen customer retention, brand visibility and long-term exit value.</a:t>
            </a:r>
          </a:p>
          <a:p>
            <a:endParaRPr lang="en-GB" sz="1800">
              <a:solidFill>
                <a:schemeClr val="bg1"/>
              </a:solidFill>
              <a:ea typeface="Source Sans Pro"/>
            </a:endParaRPr>
          </a:p>
          <a:p>
            <a:endParaRPr lang="en-GB" sz="1800">
              <a:solidFill>
                <a:schemeClr val="bg1"/>
              </a:solidFill>
              <a:ea typeface="Source Sans Pro"/>
            </a:endParaRPr>
          </a:p>
          <a:p>
            <a:endParaRPr lang="en-GB" sz="18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7DDB898-6B44-FFB5-7499-58E34BF4619E}"/>
              </a:ext>
            </a:extLst>
          </p:cNvPr>
          <p:cNvSpPr/>
          <p:nvPr/>
        </p:nvSpPr>
        <p:spPr>
          <a:xfrm>
            <a:off x="0" y="6585995"/>
            <a:ext cx="12192000" cy="2720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Sources: Global Market Insights (2025)</a:t>
            </a:r>
          </a:p>
        </p:txBody>
      </p:sp>
      <p:sp>
        <p:nvSpPr>
          <p:cNvPr id="39" name="Title 2">
            <a:extLst>
              <a:ext uri="{FF2B5EF4-FFF2-40B4-BE49-F238E27FC236}">
                <a16:creationId xmlns:a16="http://schemas.microsoft.com/office/drawing/2014/main" id="{5F50AA92-1928-4C13-3945-7A6E2759099A}"/>
              </a:ext>
            </a:extLst>
          </p:cNvPr>
          <p:cNvSpPr txBox="1">
            <a:spLocks/>
          </p:cNvSpPr>
          <p:nvPr/>
        </p:nvSpPr>
        <p:spPr>
          <a:xfrm>
            <a:off x="472440" y="301752"/>
            <a:ext cx="11247120" cy="42976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>
                <a:solidFill>
                  <a:schemeClr val="bg1"/>
                </a:solidFill>
                <a:latin typeface="Aptos"/>
                <a:ea typeface="Source Sans Pro"/>
              </a:rPr>
              <a:t>Chartering Supports the </a:t>
            </a:r>
          </a:p>
          <a:p>
            <a:r>
              <a:rPr lang="en-GB" sz="3200">
                <a:solidFill>
                  <a:schemeClr val="bg1"/>
                </a:solidFill>
                <a:latin typeface="Aptos"/>
                <a:ea typeface="Source Sans Pro"/>
              </a:rPr>
              <a:t>Manufacturing Thesis</a:t>
            </a:r>
            <a:endParaRPr lang="en-US" sz="3200" b="0">
              <a:solidFill>
                <a:schemeClr val="bg1"/>
              </a:solidFill>
              <a:latin typeface="Aptos"/>
              <a:ea typeface="Source Sans Pro"/>
            </a:endParaRPr>
          </a:p>
          <a:p>
            <a:endParaRPr lang="en-US" sz="3200">
              <a:solidFill>
                <a:schemeClr val="tx1"/>
              </a:solidFill>
              <a:latin typeface="Aptos"/>
              <a:ea typeface="Source Sans Pro"/>
            </a:endParaRP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B012A080-8D91-6C1F-4F30-043C1FF18C56}"/>
              </a:ext>
            </a:extLst>
          </p:cNvPr>
          <p:cNvSpPr txBox="1">
            <a:spLocks/>
          </p:cNvSpPr>
          <p:nvPr/>
        </p:nvSpPr>
        <p:spPr>
          <a:xfrm>
            <a:off x="468599" y="1307663"/>
            <a:ext cx="5428805" cy="47624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Source Sans Pro" panose="020B0503030403020204" pitchFamily="34" charset="0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01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585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5000"/>
              <a:buFont typeface="Wingdings" panose="05000000000000000000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SzPct val="75000"/>
              <a:buFont typeface="Source Sans Pro" panose="020B050303040302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alibri" panose="05000000000000000000" pitchFamily="2" charset="2"/>
              <a:buChar char="-"/>
            </a:pPr>
            <a:r>
              <a:rPr lang="en-US" sz="1600">
                <a:solidFill>
                  <a:schemeClr val="bg1"/>
                </a:solidFill>
                <a:ea typeface="+mn-lt"/>
                <a:cs typeface="+mn-lt"/>
              </a:rPr>
              <a:t>Charter does not compete with manufacturing</a:t>
            </a:r>
            <a:endParaRPr lang="en-US" sz="1600">
              <a:solidFill>
                <a:schemeClr val="bg1"/>
              </a:solidFill>
              <a:ea typeface="Source Sans Pro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49FF6D-AE31-533E-D58E-AB58DF3F03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90304" y="6338318"/>
            <a:ext cx="2806641" cy="3672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804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3B7C81-6F94-DFCE-26D3-2776C19B177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713420" y="6388658"/>
            <a:ext cx="1932480" cy="453467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12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FE6C06-68DC-E140-660B-AE216F8C3B9A}"/>
              </a:ext>
            </a:extLst>
          </p:cNvPr>
          <p:cNvSpPr/>
          <p:nvPr/>
        </p:nvSpPr>
        <p:spPr>
          <a:xfrm>
            <a:off x="0" y="6520957"/>
            <a:ext cx="12192000" cy="2720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Sources: Power Systems Research (2026); </a:t>
            </a:r>
            <a:r>
              <a:rPr lang="en-US" sz="800" err="1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Gitnux</a:t>
            </a:r>
            <a:r>
              <a:rPr lang="en-US" sz="80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 (2026); Yacht Style (2024); ABB Marine and Ports (2021a); Intel Market Research (2025); </a:t>
            </a:r>
            <a:r>
              <a:rPr lang="en-US" sz="800" err="1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SuperyachtNews</a:t>
            </a:r>
            <a:r>
              <a:rPr lang="en-US" sz="80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 (2024); Grand View Research (2025); </a:t>
            </a:r>
            <a:r>
              <a:rPr lang="en-US" sz="800">
                <a:solidFill>
                  <a:schemeClr val="bg2">
                    <a:lumMod val="50000"/>
                  </a:schemeClr>
                </a:solidFill>
              </a:rPr>
              <a:t>Boat International (2025a/b); Electric &amp; Hybrid Marine Technology (2024); Ferretti Group (2025); </a:t>
            </a:r>
            <a:r>
              <a:rPr lang="en-US" sz="800" err="1">
                <a:solidFill>
                  <a:schemeClr val="bg2">
                    <a:lumMod val="50000"/>
                  </a:schemeClr>
                </a:solidFill>
              </a:rPr>
              <a:t>YachtBuyer</a:t>
            </a:r>
            <a:r>
              <a:rPr lang="en-US" sz="800">
                <a:solidFill>
                  <a:schemeClr val="bg2">
                    <a:lumMod val="50000"/>
                  </a:schemeClr>
                </a:solidFill>
              </a:rPr>
              <a:t> (2025); </a:t>
            </a:r>
            <a:r>
              <a:rPr lang="en-US" sz="800" err="1">
                <a:solidFill>
                  <a:schemeClr val="bg2">
                    <a:lumMod val="50000"/>
                  </a:schemeClr>
                </a:solidFill>
              </a:rPr>
              <a:t>Sunreef</a:t>
            </a:r>
            <a:r>
              <a:rPr lang="en-US" sz="800">
                <a:solidFill>
                  <a:schemeClr val="bg2">
                    <a:lumMod val="50000"/>
                  </a:schemeClr>
                </a:solidFill>
              </a:rPr>
              <a:t> Yachts (2025); Thunder Said Energy (2023); EBL Official (2025); Di Bernardo et al. (2025); Advanced Maritime Technology International (2024); </a:t>
            </a:r>
            <a:r>
              <a:rPr lang="en-US" sz="800" err="1">
                <a:solidFill>
                  <a:schemeClr val="bg2">
                    <a:lumMod val="50000"/>
                  </a:schemeClr>
                </a:solidFill>
              </a:rPr>
              <a:t>Dreamyachtsales</a:t>
            </a:r>
            <a:r>
              <a:rPr lang="en-US" sz="800">
                <a:solidFill>
                  <a:schemeClr val="bg2">
                    <a:lumMod val="50000"/>
                  </a:schemeClr>
                </a:solidFill>
              </a:rPr>
              <a:t> (2026); Superyacht2030 (2024)</a:t>
            </a:r>
            <a:endParaRPr lang="en-US" sz="80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B0392ECE-EDBB-025A-21EB-ABE257C50958}"/>
              </a:ext>
            </a:extLst>
          </p:cNvPr>
          <p:cNvSpPr txBox="1">
            <a:spLocks/>
          </p:cNvSpPr>
          <p:nvPr/>
        </p:nvSpPr>
        <p:spPr>
          <a:xfrm>
            <a:off x="472440" y="301752"/>
            <a:ext cx="11247120" cy="42976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>
                <a:solidFill>
                  <a:schemeClr val="tx1"/>
                </a:solidFill>
                <a:latin typeface="Aptos"/>
                <a:ea typeface="Source Sans Pro"/>
              </a:rPr>
              <a:t>Hybrid propulsion has become the standard for new builds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57FE39-CACD-E25A-422D-6FBD5E93D19E}"/>
              </a:ext>
            </a:extLst>
          </p:cNvPr>
          <p:cNvSpPr/>
          <p:nvPr/>
        </p:nvSpPr>
        <p:spPr>
          <a:xfrm>
            <a:off x="536646" y="1340976"/>
            <a:ext cx="11169216" cy="3575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Aptos"/>
              </a:rPr>
              <a:t>THE PROPULSION SPECTRUM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B25F43-86DA-8E65-191D-E0A05A78BC71}"/>
              </a:ext>
            </a:extLst>
          </p:cNvPr>
          <p:cNvSpPr/>
          <p:nvPr/>
        </p:nvSpPr>
        <p:spPr>
          <a:xfrm>
            <a:off x="536646" y="1709752"/>
            <a:ext cx="3721140" cy="366018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400" b="1">
                <a:solidFill>
                  <a:schemeClr val="bg1"/>
                </a:solidFill>
                <a:latin typeface="Aptos"/>
              </a:rPr>
              <a:t>CONVENTIONAL DIESEL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32E71F-E473-2CCF-8EA4-C06B918BBB16}"/>
              </a:ext>
            </a:extLst>
          </p:cNvPr>
          <p:cNvSpPr/>
          <p:nvPr/>
        </p:nvSpPr>
        <p:spPr>
          <a:xfrm>
            <a:off x="536646" y="2096884"/>
            <a:ext cx="3721140" cy="1614097"/>
          </a:xfrm>
          <a:prstGeom prst="rect">
            <a:avLst/>
          </a:prstGeom>
          <a:solidFill>
            <a:srgbClr val="D5EFFE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  <a:latin typeface="Aptos"/>
              </a:rPr>
              <a:t>Dominant in the existing fleet, particularly older vessels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  <a:latin typeface="Aptos"/>
              </a:rPr>
              <a:t>Maximum range and top speed; no specialized infrastructure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  <a:latin typeface="Aptos"/>
              </a:rPr>
              <a:t>Environmental profile increasingly a commercial liability in the charter segment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9662D0-36BB-A143-4854-8B427721C863}"/>
              </a:ext>
            </a:extLst>
          </p:cNvPr>
          <p:cNvSpPr/>
          <p:nvPr/>
        </p:nvSpPr>
        <p:spPr>
          <a:xfrm>
            <a:off x="4257786" y="1709752"/>
            <a:ext cx="3721140" cy="383943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400" b="1">
                <a:solidFill>
                  <a:schemeClr val="bg1"/>
                </a:solidFill>
                <a:latin typeface="Aptos"/>
              </a:rPr>
              <a:t>DIESEL-ELECTRIC HYBRID</a:t>
            </a:r>
            <a:endParaRPr lang="en-US">
              <a:solidFill>
                <a:schemeClr val="bg1"/>
              </a:solidFill>
              <a:latin typeface="Source Sans Pro"/>
              <a:ea typeface="Source Sans Pro"/>
            </a:endParaRPr>
          </a:p>
          <a:p>
            <a:r>
              <a:rPr lang="en-US" sz="1400" b="1">
                <a:solidFill>
                  <a:schemeClr val="bg1"/>
                </a:solidFill>
                <a:latin typeface="Aptos"/>
              </a:rPr>
              <a:t>CURRENT </a:t>
            </a:r>
            <a:r>
              <a:rPr lang="en-US" sz="1400" b="1" dirty="0">
                <a:solidFill>
                  <a:schemeClr val="bg1"/>
                </a:solidFill>
                <a:latin typeface="Aptos"/>
              </a:rPr>
              <a:t>STANDARD</a:t>
            </a:r>
            <a:endParaRPr lang="en-US" sz="1400">
              <a:solidFill>
                <a:schemeClr val="bg1"/>
              </a:solidFill>
              <a:ea typeface="Source Sans Pro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34A648-8A4A-54FA-A294-A7B4FF270B2B}"/>
              </a:ext>
            </a:extLst>
          </p:cNvPr>
          <p:cNvSpPr/>
          <p:nvPr/>
        </p:nvSpPr>
        <p:spPr>
          <a:xfrm>
            <a:off x="4257786" y="2095299"/>
            <a:ext cx="3721140" cy="1620715"/>
          </a:xfrm>
          <a:prstGeom prst="rect">
            <a:avLst/>
          </a:prstGeom>
          <a:solidFill>
            <a:srgbClr val="D5EFFE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300">
                <a:solidFill>
                  <a:srgbClr val="1E293B"/>
                </a:solidFill>
                <a:latin typeface="Aptos"/>
                <a:ea typeface="Calibri"/>
                <a:cs typeface="Calibri"/>
              </a:rPr>
              <a:t>Diesel generators power electric motors; battery banks store surplus energy</a:t>
            </a:r>
            <a:endParaRPr lang="en-US" sz="1300">
              <a:latin typeface="Aptos"/>
              <a:ea typeface="Calibri"/>
              <a:cs typeface="Calibri"/>
            </a:endParaRP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300">
                <a:solidFill>
                  <a:srgbClr val="1E293B"/>
                </a:solidFill>
                <a:latin typeface="Aptos"/>
                <a:ea typeface="Calibri"/>
                <a:cs typeface="Calibri"/>
              </a:rPr>
              <a:t>Enables silent, zero-emission harbor and low-speed operation</a:t>
            </a:r>
            <a:endParaRPr lang="en-US" sz="1300">
              <a:latin typeface="Aptos"/>
              <a:ea typeface="Calibri"/>
              <a:cs typeface="Calibri"/>
            </a:endParaRP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300">
                <a:solidFill>
                  <a:srgbClr val="1E293B"/>
                </a:solidFill>
                <a:latin typeface="Aptos"/>
                <a:ea typeface="Calibri"/>
                <a:cs typeface="Calibri"/>
              </a:rPr>
              <a:t>20-30% fuel </a:t>
            </a:r>
            <a:r>
              <a:rPr lang="en-US" sz="1300">
                <a:solidFill>
                  <a:schemeClr val="tx1"/>
                </a:solidFill>
                <a:latin typeface="Aptos"/>
              </a:rPr>
              <a:t>consumption</a:t>
            </a:r>
            <a:r>
              <a:rPr lang="en-US" sz="1300">
                <a:solidFill>
                  <a:srgbClr val="1E293B"/>
                </a:solidFill>
                <a:latin typeface="Aptos"/>
                <a:ea typeface="Calibri"/>
                <a:cs typeface="Calibri"/>
              </a:rPr>
              <a:t> reduction vs. conventional diesel</a:t>
            </a:r>
            <a:endParaRPr lang="en-US" sz="1300">
              <a:latin typeface="Aptos"/>
              <a:ea typeface="Calibri"/>
              <a:cs typeface="Calibr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4EF789-148E-59FB-CD49-35622A995694}"/>
              </a:ext>
            </a:extLst>
          </p:cNvPr>
          <p:cNvSpPr/>
          <p:nvPr/>
        </p:nvSpPr>
        <p:spPr>
          <a:xfrm>
            <a:off x="7984723" y="1698499"/>
            <a:ext cx="3724183" cy="412893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400" b="1">
                <a:solidFill>
                  <a:schemeClr val="bg1"/>
                </a:solidFill>
                <a:latin typeface="Aptos"/>
              </a:rPr>
              <a:t>FULLY ELECTRIC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D29D90-01E4-004C-EF04-146AC638509A}"/>
              </a:ext>
            </a:extLst>
          </p:cNvPr>
          <p:cNvSpPr/>
          <p:nvPr/>
        </p:nvSpPr>
        <p:spPr>
          <a:xfrm>
            <a:off x="7984722" y="2095299"/>
            <a:ext cx="3721140" cy="1620715"/>
          </a:xfrm>
          <a:prstGeom prst="rect">
            <a:avLst/>
          </a:prstGeom>
          <a:solidFill>
            <a:srgbClr val="D5EFFE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  <a:latin typeface="Aptos"/>
              </a:rPr>
              <a:t>Battery banks only: charged via solar, regenerative systems, or shore power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  <a:latin typeface="Aptos"/>
              </a:rPr>
              <a:t>Currently limited to smaller superyachts and high-performance sailing vessels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  <a:latin typeface="Aptos"/>
              </a:rPr>
              <a:t>Fastest-growing segment: CAGR 13.5% through 2030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9B81C46-A327-F79A-6205-32861B09022E}"/>
              </a:ext>
            </a:extLst>
          </p:cNvPr>
          <p:cNvGrpSpPr/>
          <p:nvPr/>
        </p:nvGrpSpPr>
        <p:grpSpPr>
          <a:xfrm>
            <a:off x="531878" y="4182131"/>
            <a:ext cx="11173984" cy="1974938"/>
            <a:chOff x="510414" y="3849428"/>
            <a:chExt cx="11195448" cy="230764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F31F7BB-3629-6EFD-8F60-A3470AB97BA3}"/>
                </a:ext>
              </a:extLst>
            </p:cNvPr>
            <p:cNvSpPr/>
            <p:nvPr/>
          </p:nvSpPr>
          <p:spPr>
            <a:xfrm>
              <a:off x="914860" y="4199397"/>
              <a:ext cx="3320934" cy="1957672"/>
            </a:xfrm>
            <a:prstGeom prst="rect">
              <a:avLst/>
            </a:prstGeom>
            <a:solidFill>
              <a:srgbClr val="D5EFFE"/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r>
                <a:rPr lang="en-US" sz="1200" b="1">
                  <a:solidFill>
                    <a:schemeClr val="tx1"/>
                  </a:solidFill>
                  <a:latin typeface="Aptos" panose="020B0004020202020204" pitchFamily="34" charset="0"/>
                </a:rPr>
                <a:t>OWNER PREFERENCES</a:t>
              </a:r>
              <a:endParaRPr lang="en-US" sz="1200">
                <a:solidFill>
                  <a:schemeClr val="tx1"/>
                </a:solidFill>
                <a:latin typeface="Aptos" panose="020B0004020202020204" pitchFamily="34" charset="0"/>
              </a:endParaRPr>
            </a:p>
            <a:p>
              <a:endParaRPr lang="en-US" sz="1200">
                <a:solidFill>
                  <a:schemeClr val="tx1"/>
                </a:solidFill>
                <a:latin typeface="Aptos" panose="020B0004020202020204" pitchFamily="34" charset="0"/>
              </a:endParaRPr>
            </a:p>
            <a:p>
              <a:r>
                <a:rPr lang="en-US" sz="1300">
                  <a:solidFill>
                    <a:schemeClr val="tx1"/>
                  </a:solidFill>
                  <a:latin typeface="Aptos"/>
                </a:rPr>
                <a:t>Sustainability, silent operation, and reliability now outrank speed and prestige among new buyers. The most requested features in new commissions have fundamentally shifted.</a:t>
              </a:r>
              <a:endParaRPr lang="en-US" sz="1300" dirty="0">
                <a:solidFill>
                  <a:schemeClr val="tx1"/>
                </a:solidFill>
                <a:latin typeface="Aptos"/>
              </a:endParaRPr>
            </a:p>
            <a:p>
              <a:endParaRPr lang="en-US" sz="1300" dirty="0">
                <a:solidFill>
                  <a:schemeClr val="tx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B2C9749-C2CE-EE5A-9B9D-7A71E38CC3CD}"/>
                </a:ext>
              </a:extLst>
            </p:cNvPr>
            <p:cNvSpPr/>
            <p:nvPr/>
          </p:nvSpPr>
          <p:spPr>
            <a:xfrm>
              <a:off x="4630941" y="4214833"/>
              <a:ext cx="3336990" cy="1937429"/>
            </a:xfrm>
            <a:prstGeom prst="rect">
              <a:avLst/>
            </a:prstGeom>
            <a:solidFill>
              <a:srgbClr val="D5EFFE"/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r>
                <a:rPr lang="en-US" sz="1200" b="1">
                  <a:solidFill>
                    <a:schemeClr val="tx1"/>
                  </a:solidFill>
                  <a:latin typeface="Aptos" panose="020B0004020202020204" pitchFamily="34" charset="0"/>
                </a:rPr>
                <a:t>CHARTER MARKET PULL</a:t>
              </a:r>
              <a:endParaRPr lang="en-US" sz="1200">
                <a:solidFill>
                  <a:schemeClr val="tx1"/>
                </a:solidFill>
                <a:latin typeface="Aptos" panose="020B0004020202020204" pitchFamily="34" charset="0"/>
              </a:endParaRPr>
            </a:p>
            <a:p>
              <a:endParaRPr lang="en-US" sz="1200" b="1">
                <a:solidFill>
                  <a:schemeClr val="tx1"/>
                </a:solidFill>
                <a:latin typeface="Aptos" panose="020B0004020202020204" pitchFamily="34" charset="0"/>
              </a:endParaRPr>
            </a:p>
            <a:p>
              <a:r>
                <a:rPr lang="en-US" sz="1300" dirty="0">
                  <a:solidFill>
                    <a:schemeClr val="tx1"/>
                  </a:solidFill>
                  <a:latin typeface="Aptos"/>
                </a:rPr>
                <a:t>68% of yacht buyers now factor environmental impact into purchasing decisions, up from 39% five years ago. Eco-credentials are increasingly a commercial differentiator in charter.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7D5BD85-1968-7C61-6536-087372FB2049}"/>
                </a:ext>
              </a:extLst>
            </p:cNvPr>
            <p:cNvSpPr/>
            <p:nvPr/>
          </p:nvSpPr>
          <p:spPr>
            <a:xfrm>
              <a:off x="8360434" y="4200614"/>
              <a:ext cx="3345428" cy="1946961"/>
            </a:xfrm>
            <a:prstGeom prst="rect">
              <a:avLst/>
            </a:prstGeom>
            <a:solidFill>
              <a:srgbClr val="D5EFFE"/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r>
                <a:rPr lang="en-US" sz="1200" b="1">
                  <a:solidFill>
                    <a:schemeClr val="tx1"/>
                  </a:solidFill>
                  <a:latin typeface="Aptos" panose="020B0004020202020204" pitchFamily="34" charset="0"/>
                </a:rPr>
                <a:t>REGULATORY TRAJECTORY</a:t>
              </a:r>
            </a:p>
            <a:p>
              <a:endParaRPr lang="en-US" sz="1200">
                <a:solidFill>
                  <a:schemeClr val="tx1"/>
                </a:solidFill>
                <a:latin typeface="Aptos" panose="020B0004020202020204" pitchFamily="34" charset="0"/>
              </a:endParaRPr>
            </a:p>
            <a:p>
              <a:r>
                <a:rPr lang="en-US" sz="1300">
                  <a:solidFill>
                    <a:schemeClr val="tx1"/>
                  </a:solidFill>
                  <a:latin typeface="Aptos"/>
                </a:rPr>
                <a:t>EU ETS applied to commercial shipping from January 2024. Private yachts are currently exempt, but the regulatory direction of travel is clearly toward broader coverage over time.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E30F06D-BE33-C4DF-FB73-277D1EFDBB59}"/>
                </a:ext>
              </a:extLst>
            </p:cNvPr>
            <p:cNvSpPr/>
            <p:nvPr/>
          </p:nvSpPr>
          <p:spPr>
            <a:xfrm>
              <a:off x="521408" y="3849428"/>
              <a:ext cx="11184453" cy="383943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latin typeface="Aptos"/>
                </a:rPr>
                <a:t>THREE DEMAND DRIVERS</a:t>
              </a:r>
            </a:p>
          </p:txBody>
        </p:sp>
        <p:sp>
          <p:nvSpPr>
            <p:cNvPr id="30" name="Shape 34">
              <a:extLst>
                <a:ext uri="{FF2B5EF4-FFF2-40B4-BE49-F238E27FC236}">
                  <a16:creationId xmlns:a16="http://schemas.microsoft.com/office/drawing/2014/main" id="{C909C974-DAA7-94B1-BE68-80B101D1A267}"/>
                </a:ext>
              </a:extLst>
            </p:cNvPr>
            <p:cNvSpPr/>
            <p:nvPr/>
          </p:nvSpPr>
          <p:spPr>
            <a:xfrm>
              <a:off x="510414" y="4811415"/>
              <a:ext cx="404447" cy="639703"/>
            </a:xfrm>
            <a:prstGeom prst="rect">
              <a:avLst/>
            </a:prstGeom>
            <a:solidFill>
              <a:srgbClr val="1E3A5F"/>
            </a:solidFill>
            <a:ln w="12700">
              <a:solidFill>
                <a:srgbClr val="1E3A5F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31" name="Shape 34">
              <a:extLst>
                <a:ext uri="{FF2B5EF4-FFF2-40B4-BE49-F238E27FC236}">
                  <a16:creationId xmlns:a16="http://schemas.microsoft.com/office/drawing/2014/main" id="{61418D95-B6BB-960C-09F2-9D7FF239C8B3}"/>
                </a:ext>
              </a:extLst>
            </p:cNvPr>
            <p:cNvSpPr/>
            <p:nvPr/>
          </p:nvSpPr>
          <p:spPr>
            <a:xfrm>
              <a:off x="4230401" y="4881388"/>
              <a:ext cx="404447" cy="589734"/>
            </a:xfrm>
            <a:prstGeom prst="rect">
              <a:avLst/>
            </a:prstGeom>
            <a:solidFill>
              <a:srgbClr val="1E3A5F"/>
            </a:solidFill>
            <a:ln w="12700">
              <a:solidFill>
                <a:srgbClr val="1E3A5F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32" name="Shape 34">
              <a:extLst>
                <a:ext uri="{FF2B5EF4-FFF2-40B4-BE49-F238E27FC236}">
                  <a16:creationId xmlns:a16="http://schemas.microsoft.com/office/drawing/2014/main" id="{DADFF7E6-3005-57F8-88CE-4A4E3D9DA542}"/>
                </a:ext>
              </a:extLst>
            </p:cNvPr>
            <p:cNvSpPr/>
            <p:nvPr/>
          </p:nvSpPr>
          <p:spPr>
            <a:xfrm>
              <a:off x="7979085" y="4827052"/>
              <a:ext cx="371462" cy="644141"/>
            </a:xfrm>
            <a:prstGeom prst="rect">
              <a:avLst/>
            </a:prstGeom>
            <a:solidFill>
              <a:srgbClr val="1E3A5F"/>
            </a:solidFill>
            <a:ln w="12700">
              <a:solidFill>
                <a:srgbClr val="1E3A5F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3</a:t>
              </a:r>
            </a:p>
          </p:txBody>
        </p:sp>
      </p:grp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C988929C-C212-1FA6-3B70-03283DBABF0E}"/>
              </a:ext>
            </a:extLst>
          </p:cNvPr>
          <p:cNvSpPr txBox="1">
            <a:spLocks/>
          </p:cNvSpPr>
          <p:nvPr/>
        </p:nvSpPr>
        <p:spPr>
          <a:xfrm>
            <a:off x="483172" y="856178"/>
            <a:ext cx="10038173" cy="67223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Source Sans Pro" panose="020B0503030403020204" pitchFamily="34" charset="0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01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585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5000"/>
              <a:buFont typeface="Wingdings" panose="05000000000000000000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SzPct val="75000"/>
              <a:buFont typeface="Source Sans Pro" panose="020B050303040302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ea typeface="Source Sans Pro"/>
              </a:rPr>
              <a:t>Hybrid adoption is becoming the decisive near-term competitive standard</a:t>
            </a:r>
          </a:p>
          <a:p>
            <a:endParaRPr lang="en-US" sz="1600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3105551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CA6C3-6BC3-40B6-3E33-52A897D46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C9A3D455-0964-6D02-D7AE-5666EE4D0162}"/>
              </a:ext>
            </a:extLst>
          </p:cNvPr>
          <p:cNvSpPr/>
          <p:nvPr/>
        </p:nvSpPr>
        <p:spPr>
          <a:xfrm>
            <a:off x="546096" y="4985130"/>
            <a:ext cx="3632200" cy="23072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ptos"/>
              </a:rPr>
              <a:t>LIFECYCLE CAVEAT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490420-68AE-3F00-53F1-18C85F8625A6}"/>
              </a:ext>
            </a:extLst>
          </p:cNvPr>
          <p:cNvSpPr/>
          <p:nvPr/>
        </p:nvSpPr>
        <p:spPr>
          <a:xfrm>
            <a:off x="0" y="6585995"/>
            <a:ext cx="12192000" cy="2720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>
                <a:solidFill>
                  <a:schemeClr val="bg2">
                    <a:lumMod val="50000"/>
                  </a:schemeClr>
                </a:solidFill>
              </a:rPr>
              <a:t>Sources: Power Systems Research (2026); </a:t>
            </a:r>
            <a:r>
              <a:rPr lang="en-US" sz="800" err="1">
                <a:solidFill>
                  <a:schemeClr val="bg2">
                    <a:lumMod val="50000"/>
                  </a:schemeClr>
                </a:solidFill>
              </a:rPr>
              <a:t>Gitnux</a:t>
            </a:r>
            <a:r>
              <a:rPr lang="en-US" sz="800">
                <a:solidFill>
                  <a:schemeClr val="bg2">
                    <a:lumMod val="50000"/>
                  </a:schemeClr>
                </a:solidFill>
              </a:rPr>
              <a:t> (2026); Yacht Style (2024); ABB Marine and Ports (2021a); Intel Market Research (2025); </a:t>
            </a:r>
            <a:r>
              <a:rPr lang="en-US" sz="800" err="1">
                <a:solidFill>
                  <a:schemeClr val="bg2">
                    <a:lumMod val="50000"/>
                  </a:schemeClr>
                </a:solidFill>
              </a:rPr>
              <a:t>SuperyachtNews</a:t>
            </a:r>
            <a:r>
              <a:rPr lang="en-US" sz="800">
                <a:solidFill>
                  <a:schemeClr val="bg2">
                    <a:lumMod val="50000"/>
                  </a:schemeClr>
                </a:solidFill>
              </a:rPr>
              <a:t> (2024); Grand View Research (2025)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052585-139C-5E88-AF37-99E2DE366ED2}"/>
              </a:ext>
            </a:extLst>
          </p:cNvPr>
          <p:cNvSpPr/>
          <p:nvPr/>
        </p:nvSpPr>
        <p:spPr>
          <a:xfrm>
            <a:off x="8013700" y="1464650"/>
            <a:ext cx="3632200" cy="965269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en-US" sz="1200" b="1">
                <a:solidFill>
                  <a:schemeClr val="tx1"/>
                </a:solidFill>
                <a:latin typeface="Aptos"/>
              </a:rPr>
              <a:t>NOW: LATE 2020s</a:t>
            </a:r>
            <a:endParaRPr lang="en-US" sz="1200">
              <a:solidFill>
                <a:schemeClr val="tx1"/>
              </a:solidFill>
              <a:latin typeface="Aptos"/>
            </a:endParaRPr>
          </a:p>
          <a:p>
            <a:endParaRPr lang="en-US" sz="1200">
              <a:solidFill>
                <a:schemeClr val="tx1"/>
              </a:solidFill>
              <a:latin typeface="Aptos" panose="020B0004020202020204" pitchFamily="34" charset="0"/>
            </a:endParaRPr>
          </a:p>
          <a:p>
            <a:r>
              <a:rPr lang="en-US" sz="1200">
                <a:solidFill>
                  <a:schemeClr val="tx1"/>
                </a:solidFill>
                <a:latin typeface="Aptos"/>
              </a:rPr>
              <a:t>Hybrid diesel-electric is the standard. Hotel-load electrification is achievable in new builds. YETI index tracks progress across the fleet.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1246FD-6096-1FA8-55EE-39F1CABD17DA}"/>
              </a:ext>
            </a:extLst>
          </p:cNvPr>
          <p:cNvSpPr/>
          <p:nvPr/>
        </p:nvSpPr>
        <p:spPr>
          <a:xfrm>
            <a:off x="8013700" y="2429918"/>
            <a:ext cx="3632200" cy="1333019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en-US" sz="1200" b="1">
                <a:solidFill>
                  <a:schemeClr val="tx1"/>
                </a:solidFill>
                <a:latin typeface="Aptos"/>
              </a:rPr>
              <a:t>EARLY 2030s: CONDITIONAL</a:t>
            </a:r>
            <a:endParaRPr lang="en-US" sz="1200">
              <a:solidFill>
                <a:schemeClr val="tx1"/>
              </a:solidFill>
              <a:latin typeface="Aptos"/>
            </a:endParaRPr>
          </a:p>
          <a:p>
            <a:endParaRPr lang="en-US" sz="1200" b="1">
              <a:solidFill>
                <a:schemeClr val="tx1"/>
              </a:solidFill>
              <a:latin typeface="Aptos" panose="020B0004020202020204" pitchFamily="34" charset="0"/>
            </a:endParaRPr>
          </a:p>
          <a:p>
            <a:r>
              <a:rPr lang="en-US" sz="1200">
                <a:solidFill>
                  <a:schemeClr val="tx1"/>
                </a:solidFill>
                <a:latin typeface="Aptos"/>
              </a:rPr>
              <a:t>If solid-state batteries achieve the projected energy density of 400-500 </a:t>
            </a:r>
            <a:r>
              <a:rPr lang="en-US" sz="1200" err="1">
                <a:solidFill>
                  <a:schemeClr val="tx1"/>
                </a:solidFill>
                <a:latin typeface="Aptos"/>
              </a:rPr>
              <a:t>Wh</a:t>
            </a:r>
            <a:r>
              <a:rPr lang="en-US" sz="1200">
                <a:solidFill>
                  <a:schemeClr val="tx1"/>
                </a:solidFill>
                <a:latin typeface="Aptos"/>
              </a:rPr>
              <a:t>/kg (vs. 200-300 today), fully electric medium-range operation becomes viable for 40–60m vessels. Mediterranean shore power build-out underway, but pace uncertain.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DB7F6D-6179-982D-84DC-BD1B3B2517A6}"/>
              </a:ext>
            </a:extLst>
          </p:cNvPr>
          <p:cNvSpPr/>
          <p:nvPr/>
        </p:nvSpPr>
        <p:spPr>
          <a:xfrm>
            <a:off x="8013700" y="3762938"/>
            <a:ext cx="3632200" cy="1108996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>
                <a:solidFill>
                  <a:schemeClr val="tx1"/>
                </a:solidFill>
                <a:latin typeface="Aptos" panose="020B0004020202020204" pitchFamily="34" charset="0"/>
              </a:rPr>
              <a:t>MID-2030s AND BEYOND</a:t>
            </a:r>
          </a:p>
          <a:p>
            <a:endParaRPr lang="en-US" sz="1200">
              <a:solidFill>
                <a:schemeClr val="tx1"/>
              </a:solidFill>
              <a:latin typeface="Aptos" panose="020B0004020202020204" pitchFamily="34" charset="0"/>
            </a:endParaRPr>
          </a:p>
          <a:p>
            <a:r>
              <a:rPr lang="en-US" sz="1200">
                <a:solidFill>
                  <a:schemeClr val="tx1"/>
                </a:solidFill>
                <a:latin typeface="Aptos" panose="020B0004020202020204" pitchFamily="34" charset="0"/>
              </a:rPr>
              <a:t>Full ocean-going electrification for 80m+ vessels likely requires complementary zero-carbon energy beyond batteries alone.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7D3C81-D198-C57A-D5C4-C6BC3119B490}"/>
              </a:ext>
            </a:extLst>
          </p:cNvPr>
          <p:cNvSpPr/>
          <p:nvPr/>
        </p:nvSpPr>
        <p:spPr>
          <a:xfrm>
            <a:off x="8013700" y="1218165"/>
            <a:ext cx="3632200" cy="23647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ptos"/>
              </a:rPr>
              <a:t>TIMELINE TO FULL NEUTRTALITY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80F439-552D-3389-710A-7404E4014064}"/>
              </a:ext>
            </a:extLst>
          </p:cNvPr>
          <p:cNvSpPr/>
          <p:nvPr/>
        </p:nvSpPr>
        <p:spPr>
          <a:xfrm>
            <a:off x="8013700" y="5215849"/>
            <a:ext cx="3632200" cy="1015583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>
                <a:solidFill>
                  <a:schemeClr val="tx1"/>
                </a:solidFill>
                <a:latin typeface="Aptos" panose="020B0004020202020204" pitchFamily="34" charset="0"/>
              </a:rPr>
              <a:t>Yards investing structurally in electric and hybrid capability are producing vessels with superior charter appeal, stronger resale trajectories, and greater regulatory resilience than conventional-build competitors.</a:t>
            </a:r>
          </a:p>
          <a:p>
            <a:endParaRPr lang="en-US" sz="120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A7F043-A864-8EBF-720A-2BB8E98E60F9}"/>
              </a:ext>
            </a:extLst>
          </p:cNvPr>
          <p:cNvSpPr/>
          <p:nvPr/>
        </p:nvSpPr>
        <p:spPr>
          <a:xfrm>
            <a:off x="8013700" y="4984354"/>
            <a:ext cx="3632200" cy="23647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ptos"/>
              </a:rPr>
              <a:t>INVESTMENT VERDICT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211661-6A54-82CF-5C41-37BF2008FFFE}"/>
              </a:ext>
            </a:extLst>
          </p:cNvPr>
          <p:cNvSpPr/>
          <p:nvPr/>
        </p:nvSpPr>
        <p:spPr>
          <a:xfrm>
            <a:off x="546100" y="1218165"/>
            <a:ext cx="3632200" cy="23647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PARTIAL NEUTRALITY: ACHIEVABLE TODAY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92DA5B-8360-868D-A41F-E3CBF55A35E8}"/>
              </a:ext>
            </a:extLst>
          </p:cNvPr>
          <p:cNvSpPr/>
          <p:nvPr/>
        </p:nvSpPr>
        <p:spPr>
          <a:xfrm>
            <a:off x="546100" y="1464650"/>
            <a:ext cx="3632200" cy="1720006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endParaRPr lang="en-US" sz="1200">
              <a:solidFill>
                <a:schemeClr val="tx1"/>
              </a:solidFill>
              <a:latin typeface="Aptos" panose="020B0004020202020204" pitchFamily="34" charset="0"/>
            </a:endParaRPr>
          </a:p>
          <a:p>
            <a:endParaRPr lang="en-US" sz="1200">
              <a:solidFill>
                <a:schemeClr val="tx1"/>
              </a:solidFill>
              <a:latin typeface="Aptos" panose="020B0004020202020204" pitchFamily="34" charset="0"/>
            </a:endParaRPr>
          </a:p>
          <a:p>
            <a:endParaRPr lang="en-US" sz="1200">
              <a:solidFill>
                <a:schemeClr val="tx1"/>
              </a:solidFill>
              <a:latin typeface="Aptos" panose="020B0004020202020204" pitchFamily="34" charset="0"/>
            </a:endParaRPr>
          </a:p>
          <a:p>
            <a:r>
              <a:rPr lang="en-US" sz="1200">
                <a:solidFill>
                  <a:schemeClr val="tx1"/>
                </a:solidFill>
                <a:latin typeface="Aptos"/>
              </a:rPr>
              <a:t>Of annual energy consumed at anchor (hotel load): not from propulsion.</a:t>
            </a:r>
          </a:p>
          <a:p>
            <a:endParaRPr lang="en-US" sz="1200">
              <a:solidFill>
                <a:schemeClr val="tx1"/>
              </a:solidFill>
              <a:latin typeface="Aptos" panose="020B0004020202020204" pitchFamily="34" charset="0"/>
            </a:endParaRPr>
          </a:p>
          <a:p>
            <a:r>
              <a:rPr lang="en-US" sz="1200" i="1">
                <a:solidFill>
                  <a:schemeClr val="tx1"/>
                </a:solidFill>
                <a:latin typeface="Aptos" panose="020B0004020202020204" pitchFamily="34" charset="0"/>
              </a:rPr>
              <a:t>Electrifying port operations delivers the largest single reduction in CO2 emissions.</a:t>
            </a:r>
          </a:p>
        </p:txBody>
      </p:sp>
      <p:sp>
        <p:nvSpPr>
          <p:cNvPr id="18" name="Text 34">
            <a:extLst>
              <a:ext uri="{FF2B5EF4-FFF2-40B4-BE49-F238E27FC236}">
                <a16:creationId xmlns:a16="http://schemas.microsoft.com/office/drawing/2014/main" id="{C8C8521E-E1EA-0AA3-167E-2DF2075EA3F3}"/>
              </a:ext>
            </a:extLst>
          </p:cNvPr>
          <p:cNvSpPr/>
          <p:nvPr/>
        </p:nvSpPr>
        <p:spPr>
          <a:xfrm>
            <a:off x="556832" y="1533798"/>
            <a:ext cx="2487168" cy="4389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70-78 %</a:t>
            </a:r>
            <a:endParaRPr lang="en-US" sz="240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4391CC9-F4FB-69A8-DFBE-078B3B00FDD9}"/>
              </a:ext>
            </a:extLst>
          </p:cNvPr>
          <p:cNvSpPr/>
          <p:nvPr/>
        </p:nvSpPr>
        <p:spPr>
          <a:xfrm>
            <a:off x="546096" y="3636798"/>
            <a:ext cx="3632200" cy="1123351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SzPct val="100000"/>
            </a:pPr>
            <a:r>
              <a:rPr lang="en-US" sz="1200" b="1">
                <a:solidFill>
                  <a:schemeClr val="tx1"/>
                </a:solidFill>
                <a:latin typeface="Aptos" panose="020B0004020202020204" pitchFamily="34" charset="0"/>
              </a:rPr>
              <a:t>ELECTRIC BOAT MARKET CAGR: 13.5 % TO 2030</a:t>
            </a:r>
          </a:p>
          <a:p>
            <a:pPr>
              <a:buSzPct val="100000"/>
            </a:pPr>
            <a:endParaRPr lang="en-US" sz="1200" b="1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>
              <a:buSzPct val="100000"/>
            </a:pPr>
            <a:r>
              <a:rPr lang="en-US" sz="1200">
                <a:solidFill>
                  <a:schemeClr val="tx1"/>
                </a:solidFill>
                <a:latin typeface="Aptos" panose="020B0004020202020204" pitchFamily="34" charset="0"/>
              </a:rPr>
              <a:t>Yachts and cruisers is the fastest-growing sub-segment driven by demand for emission-free silent cruising.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438883-78BB-9950-F65B-7DD32EF07A23}"/>
              </a:ext>
            </a:extLst>
          </p:cNvPr>
          <p:cNvSpPr/>
          <p:nvPr/>
        </p:nvSpPr>
        <p:spPr>
          <a:xfrm>
            <a:off x="546096" y="3406042"/>
            <a:ext cx="3632200" cy="23647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Aptos"/>
              </a:rPr>
              <a:t>MARKET EXPANSION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3185697-6603-67CA-2649-96A2AB61B1BF}"/>
              </a:ext>
            </a:extLst>
          </p:cNvPr>
          <p:cNvSpPr/>
          <p:nvPr/>
        </p:nvSpPr>
        <p:spPr>
          <a:xfrm>
            <a:off x="546096" y="5215849"/>
            <a:ext cx="3632200" cy="1015583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SzPct val="100000"/>
            </a:pPr>
            <a:r>
              <a:rPr lang="en-US" sz="1200">
                <a:solidFill>
                  <a:schemeClr val="tx1"/>
                </a:solidFill>
                <a:latin typeface="Aptos" panose="020B0004020202020204" pitchFamily="34" charset="0"/>
              </a:rPr>
              <a:t>Battery manufacturing, replacement, and end-of-life processing mean zero operational emissions does not equal zero total carbon footprint. Grid carbon intensity determines real-world benefit.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053F1A6-D200-36E7-442D-4155BEFFDD53}"/>
              </a:ext>
            </a:extLst>
          </p:cNvPr>
          <p:cNvSpPr/>
          <p:nvPr/>
        </p:nvSpPr>
        <p:spPr>
          <a:xfrm>
            <a:off x="4279900" y="1218164"/>
            <a:ext cx="3632200" cy="246485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QUANTIFIED CO2 REDUCTION POTENTIAL</a:t>
            </a:r>
          </a:p>
        </p:txBody>
      </p:sp>
      <p:graphicFrame>
        <p:nvGraphicFramePr>
          <p:cNvPr id="24" name="Chart 0">
            <a:extLst>
              <a:ext uri="{FF2B5EF4-FFF2-40B4-BE49-F238E27FC236}">
                <a16:creationId xmlns:a16="http://schemas.microsoft.com/office/drawing/2014/main" id="{9D49CCC1-78B2-6E27-330C-3D4875D39F9A}"/>
              </a:ext>
            </a:extLst>
          </p:cNvPr>
          <p:cNvGraphicFramePr/>
          <p:nvPr/>
        </p:nvGraphicFramePr>
        <p:xfrm>
          <a:off x="4279899" y="1534463"/>
          <a:ext cx="3632199" cy="4060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5" name="Text 19">
            <a:extLst>
              <a:ext uri="{FF2B5EF4-FFF2-40B4-BE49-F238E27FC236}">
                <a16:creationId xmlns:a16="http://schemas.microsoft.com/office/drawing/2014/main" id="{1A9F9E59-4075-6DB1-ACFB-DF988E6D5567}"/>
              </a:ext>
            </a:extLst>
          </p:cNvPr>
          <p:cNvSpPr/>
          <p:nvPr/>
        </p:nvSpPr>
        <p:spPr>
          <a:xfrm>
            <a:off x="4279899" y="5754212"/>
            <a:ext cx="3632198" cy="47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latin typeface="Calibri" pitchFamily="34" charset="0"/>
                <a:ea typeface="Calibri" pitchFamily="34" charset="-122"/>
                <a:cs typeface="Calibri" pitchFamily="34" charset="-120"/>
              </a:rPr>
              <a:t>Index: Conventional diesel = 100 </a:t>
            </a:r>
          </a:p>
          <a:p>
            <a:pPr marL="0" indent="0">
              <a:buNone/>
            </a:pPr>
            <a:r>
              <a:rPr lang="en-US" sz="700" i="1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Hamdi &amp; </a:t>
            </a:r>
            <a:r>
              <a:rPr lang="en-US" sz="700" i="1" err="1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Cicek</a:t>
            </a:r>
            <a:r>
              <a:rPr lang="en-US" sz="700" i="1">
                <a:solidFill>
                  <a:schemeClr val="bg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(2026); Power Systems Research (2026); ABB Marine and Ports (2019)</a:t>
            </a:r>
          </a:p>
          <a:p>
            <a:pPr marL="0" indent="0">
              <a:buNone/>
            </a:pPr>
            <a:r>
              <a:rPr lang="en-US" sz="700" i="1">
                <a:solidFill>
                  <a:schemeClr val="bg2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* Approximation based on ABB article</a:t>
            </a:r>
            <a:endParaRPr lang="en-US" sz="7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7E4492-83D5-2569-BAA1-C38C2DE7E5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713420" y="6388658"/>
            <a:ext cx="1932480" cy="453467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1200"/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id="{B9C5F6E1-9A24-6402-AAD3-4FCB8894CBB7}"/>
              </a:ext>
            </a:extLst>
          </p:cNvPr>
          <p:cNvSpPr txBox="1">
            <a:spLocks/>
          </p:cNvSpPr>
          <p:nvPr/>
        </p:nvSpPr>
        <p:spPr>
          <a:xfrm>
            <a:off x="472440" y="301752"/>
            <a:ext cx="11247120" cy="42976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>
                <a:solidFill>
                  <a:schemeClr val="tx1"/>
                </a:solidFill>
                <a:latin typeface="Aptos"/>
                <a:ea typeface="Source Sans Pro"/>
              </a:rPr>
              <a:t>Partial CO2 neutrality is commercially achievable today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BF3B5191-8988-1ABF-6D89-0DE6135A93F3}"/>
              </a:ext>
            </a:extLst>
          </p:cNvPr>
          <p:cNvSpPr txBox="1">
            <a:spLocks/>
          </p:cNvSpPr>
          <p:nvPr/>
        </p:nvSpPr>
        <p:spPr>
          <a:xfrm>
            <a:off x="472440" y="781051"/>
            <a:ext cx="11247120" cy="47624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Source Sans Pro" panose="020B0503030403020204" pitchFamily="34" charset="0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01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585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5000"/>
              <a:buFont typeface="Wingdings" panose="05000000000000000000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SzPct val="75000"/>
              <a:buFont typeface="Source Sans Pro" panose="020B050303040302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ea typeface="Source Sans Pro"/>
                <a:cs typeface="+mn-lt"/>
              </a:rPr>
              <a:t>F</a:t>
            </a:r>
            <a:r>
              <a:rPr lang="en-US" sz="1600">
                <a:ea typeface="+mn-lt"/>
                <a:cs typeface="+mn-lt"/>
              </a:rPr>
              <a:t>ull operational neutrality is at earliest a 2030s target gated by battery technology and infrastructure build-out</a:t>
            </a:r>
          </a:p>
          <a:p>
            <a:endParaRPr lang="en-US" sz="1600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2941690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0">
            <a:extLst>
              <a:ext uri="{FF2B5EF4-FFF2-40B4-BE49-F238E27FC236}">
                <a16:creationId xmlns:a16="http://schemas.microsoft.com/office/drawing/2014/main" id="{8BE9FDE8-123B-3BED-9AAC-E1569A5BC951}"/>
              </a:ext>
            </a:extLst>
          </p:cNvPr>
          <p:cNvSpPr/>
          <p:nvPr/>
        </p:nvSpPr>
        <p:spPr>
          <a:xfrm>
            <a:off x="469650" y="1896629"/>
            <a:ext cx="3657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133">
                <a:solidFill>
                  <a:schemeClr val="accent1">
                    <a:lumMod val="25000"/>
                    <a:lumOff val="75000"/>
                  </a:schemeClr>
                </a:solidFill>
                <a:latin typeface="Calibri"/>
                <a:ea typeface="Calibri"/>
                <a:cs typeface="Calibri"/>
              </a:rPr>
              <a:t>NOW → 2030</a:t>
            </a:r>
            <a:endParaRPr lang="en-US" sz="1200">
              <a:solidFill>
                <a:schemeClr val="accent1">
                  <a:lumMod val="25000"/>
                  <a:lumOff val="75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" name="Text 1">
            <a:extLst>
              <a:ext uri="{FF2B5EF4-FFF2-40B4-BE49-F238E27FC236}">
                <a16:creationId xmlns:a16="http://schemas.microsoft.com/office/drawing/2014/main" id="{840CE66F-4644-2F1A-E93D-30B41C3859E6}"/>
              </a:ext>
            </a:extLst>
          </p:cNvPr>
          <p:cNvSpPr/>
          <p:nvPr/>
        </p:nvSpPr>
        <p:spPr>
          <a:xfrm>
            <a:off x="469650" y="2164853"/>
            <a:ext cx="36576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700" b="1">
                <a:solidFill>
                  <a:schemeClr val="accent1">
                    <a:lumMod val="25000"/>
                    <a:lumOff val="75000"/>
                  </a:schemeClr>
                </a:solidFill>
                <a:latin typeface="Calibri"/>
                <a:ea typeface="Calibri"/>
                <a:cs typeface="Calibri"/>
              </a:rPr>
              <a:t>511K</a:t>
            </a:r>
            <a:endParaRPr lang="en-US" sz="3700">
              <a:solidFill>
                <a:schemeClr val="accent1">
                  <a:lumMod val="25000"/>
                  <a:lumOff val="75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4" name="Text 2">
            <a:extLst>
              <a:ext uri="{FF2B5EF4-FFF2-40B4-BE49-F238E27FC236}">
                <a16:creationId xmlns:a16="http://schemas.microsoft.com/office/drawing/2014/main" id="{68854A93-3BF7-BB9C-B7E9-379CD23FC5E7}"/>
              </a:ext>
            </a:extLst>
          </p:cNvPr>
          <p:cNvSpPr/>
          <p:nvPr/>
        </p:nvSpPr>
        <p:spPr>
          <a:xfrm>
            <a:off x="469650" y="2847605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UHNWIs today · order books</a:t>
            </a:r>
            <a:endParaRPr lang="en-US" sz="1400" b="1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400" b="1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full 2-4 years · pricing power peak</a:t>
            </a:r>
          </a:p>
        </p:txBody>
      </p:sp>
      <p:sp>
        <p:nvSpPr>
          <p:cNvPr id="55" name="Text 3">
            <a:extLst>
              <a:ext uri="{FF2B5EF4-FFF2-40B4-BE49-F238E27FC236}">
                <a16:creationId xmlns:a16="http://schemas.microsoft.com/office/drawing/2014/main" id="{8A08B622-122B-97CB-91B4-DA58E32B87AD}"/>
              </a:ext>
            </a:extLst>
          </p:cNvPr>
          <p:cNvSpPr/>
          <p:nvPr/>
        </p:nvSpPr>
        <p:spPr>
          <a:xfrm>
            <a:off x="4249170" y="1896629"/>
            <a:ext cx="3657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133">
                <a:solidFill>
                  <a:schemeClr val="accent1">
                    <a:lumMod val="76000"/>
                    <a:lumOff val="24000"/>
                  </a:schemeClr>
                </a:solidFill>
                <a:latin typeface="Calibri"/>
                <a:ea typeface="Calibri"/>
                <a:cs typeface="Calibri"/>
              </a:rPr>
              <a:t>2030 → 2035</a:t>
            </a:r>
            <a:endParaRPr lang="en-US" sz="1200">
              <a:solidFill>
                <a:schemeClr val="accent1">
                  <a:lumMod val="76000"/>
                  <a:lumOff val="24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" name="Text 4">
            <a:extLst>
              <a:ext uri="{FF2B5EF4-FFF2-40B4-BE49-F238E27FC236}">
                <a16:creationId xmlns:a16="http://schemas.microsoft.com/office/drawing/2014/main" id="{854869A9-F42F-9F2A-EEE9-67A56F9015F2}"/>
              </a:ext>
            </a:extLst>
          </p:cNvPr>
          <p:cNvSpPr/>
          <p:nvPr/>
        </p:nvSpPr>
        <p:spPr>
          <a:xfrm>
            <a:off x="4249170" y="2164853"/>
            <a:ext cx="36576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733" b="1">
                <a:solidFill>
                  <a:srgbClr val="008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$83.5T</a:t>
            </a:r>
            <a:endParaRPr lang="en-US" sz="3733">
              <a:solidFill>
                <a:srgbClr val="0082CB"/>
              </a:solidFill>
            </a:endParaRPr>
          </a:p>
        </p:txBody>
      </p:sp>
      <p:sp>
        <p:nvSpPr>
          <p:cNvPr id="57" name="Text 5">
            <a:extLst>
              <a:ext uri="{FF2B5EF4-FFF2-40B4-BE49-F238E27FC236}">
                <a16:creationId xmlns:a16="http://schemas.microsoft.com/office/drawing/2014/main" id="{20EA10D1-6467-A3EB-BC2B-57D4C3389D98}"/>
              </a:ext>
            </a:extLst>
          </p:cNvPr>
          <p:cNvSpPr/>
          <p:nvPr/>
        </p:nvSpPr>
        <p:spPr>
          <a:xfrm>
            <a:off x="4249170" y="2847605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Wealth transferring: next-gen</a:t>
            </a:r>
          </a:p>
          <a:p>
            <a:pPr marL="0" indent="0">
              <a:buNone/>
            </a:pPr>
            <a:r>
              <a:rPr lang="en-US" sz="1400" b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entering peak earning years</a:t>
            </a:r>
            <a:endParaRPr lang="en-US" sz="1400" b="1">
              <a:solidFill>
                <a:schemeClr val="tx2"/>
              </a:solidFill>
            </a:endParaRPr>
          </a:p>
        </p:txBody>
      </p:sp>
      <p:sp>
        <p:nvSpPr>
          <p:cNvPr id="58" name="Text 6">
            <a:extLst>
              <a:ext uri="{FF2B5EF4-FFF2-40B4-BE49-F238E27FC236}">
                <a16:creationId xmlns:a16="http://schemas.microsoft.com/office/drawing/2014/main" id="{30025B5A-85FB-E40C-1A1F-3192BF9BF0B9}"/>
              </a:ext>
            </a:extLst>
          </p:cNvPr>
          <p:cNvSpPr/>
          <p:nvPr/>
        </p:nvSpPr>
        <p:spPr>
          <a:xfrm>
            <a:off x="8028690" y="1896629"/>
            <a:ext cx="36576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kern="0" spc="133">
                <a:solidFill>
                  <a:schemeClr val="accent1">
                    <a:lumMod val="90000"/>
                    <a:lumOff val="10000"/>
                  </a:schemeClr>
                </a:solidFill>
                <a:latin typeface="Calibri"/>
                <a:ea typeface="Calibri"/>
                <a:cs typeface="Calibri"/>
              </a:rPr>
              <a:t>2035+</a:t>
            </a:r>
            <a:endParaRPr lang="en-US" sz="1200">
              <a:solidFill>
                <a:schemeClr val="accent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" name="Text 7">
            <a:extLst>
              <a:ext uri="{FF2B5EF4-FFF2-40B4-BE49-F238E27FC236}">
                <a16:creationId xmlns:a16="http://schemas.microsoft.com/office/drawing/2014/main" id="{36E6BD9A-280C-0995-82A7-91839C4E711C}"/>
              </a:ext>
            </a:extLst>
          </p:cNvPr>
          <p:cNvSpPr/>
          <p:nvPr/>
        </p:nvSpPr>
        <p:spPr>
          <a:xfrm>
            <a:off x="8028690" y="2164853"/>
            <a:ext cx="36576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700" b="1">
                <a:solidFill>
                  <a:schemeClr val="accent1">
                    <a:lumMod val="90000"/>
                    <a:lumOff val="10000"/>
                  </a:schemeClr>
                </a:solidFill>
                <a:latin typeface="Calibri"/>
                <a:ea typeface="Calibri"/>
                <a:cs typeface="Calibri"/>
              </a:rPr>
              <a:t>+50%</a:t>
            </a:r>
            <a:endParaRPr lang="en-US" sz="3700">
              <a:solidFill>
                <a:schemeClr val="accent1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" name="Text 8">
            <a:extLst>
              <a:ext uri="{FF2B5EF4-FFF2-40B4-BE49-F238E27FC236}">
                <a16:creationId xmlns:a16="http://schemas.microsoft.com/office/drawing/2014/main" id="{E3919F8C-ECA4-DEDF-5645-02B358EEF089}"/>
              </a:ext>
            </a:extLst>
          </p:cNvPr>
          <p:cNvSpPr/>
          <p:nvPr/>
        </p:nvSpPr>
        <p:spPr>
          <a:xfrm>
            <a:off x="8028690" y="2847605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UHNWI growth India alone ·</a:t>
            </a:r>
            <a:endParaRPr lang="en-US" sz="1400" b="1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400" b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East +13% · Asia leads</a:t>
            </a:r>
            <a:endParaRPr lang="en-US" sz="1400" b="1">
              <a:solidFill>
                <a:schemeClr val="tx2"/>
              </a:solidFill>
            </a:endParaRPr>
          </a:p>
        </p:txBody>
      </p:sp>
      <p:sp>
        <p:nvSpPr>
          <p:cNvPr id="61" name="Shape 9">
            <a:extLst>
              <a:ext uri="{FF2B5EF4-FFF2-40B4-BE49-F238E27FC236}">
                <a16:creationId xmlns:a16="http://schemas.microsoft.com/office/drawing/2014/main" id="{D914E77B-EA71-1B07-B5D5-B3A14F5420CC}"/>
              </a:ext>
            </a:extLst>
          </p:cNvPr>
          <p:cNvSpPr/>
          <p:nvPr/>
        </p:nvSpPr>
        <p:spPr>
          <a:xfrm>
            <a:off x="469650" y="3505973"/>
            <a:ext cx="3779520" cy="219456"/>
          </a:xfrm>
          <a:prstGeom prst="rect">
            <a:avLst/>
          </a:prstGeom>
          <a:solidFill>
            <a:schemeClr val="accent1">
              <a:lumMod val="25000"/>
              <a:lumOff val="75000"/>
            </a:schemeClr>
          </a:solidFill>
          <a:ln w="12700">
            <a:noFill/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 b="1"/>
          </a:p>
        </p:txBody>
      </p:sp>
      <p:sp>
        <p:nvSpPr>
          <p:cNvPr id="62" name="Shape 10">
            <a:extLst>
              <a:ext uri="{FF2B5EF4-FFF2-40B4-BE49-F238E27FC236}">
                <a16:creationId xmlns:a16="http://schemas.microsoft.com/office/drawing/2014/main" id="{2E79DFDC-0131-A528-0972-C7FF290E2852}"/>
              </a:ext>
            </a:extLst>
          </p:cNvPr>
          <p:cNvSpPr/>
          <p:nvPr/>
        </p:nvSpPr>
        <p:spPr>
          <a:xfrm>
            <a:off x="4249170" y="3505973"/>
            <a:ext cx="3779520" cy="219456"/>
          </a:xfrm>
          <a:prstGeom prst="rect">
            <a:avLst/>
          </a:prstGeom>
          <a:solidFill>
            <a:schemeClr val="accent1">
              <a:lumMod val="75000"/>
              <a:lumOff val="25000"/>
            </a:schemeClr>
          </a:solidFill>
          <a:ln w="12700">
            <a:noFill/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63" name="Shape 11">
            <a:extLst>
              <a:ext uri="{FF2B5EF4-FFF2-40B4-BE49-F238E27FC236}">
                <a16:creationId xmlns:a16="http://schemas.microsoft.com/office/drawing/2014/main" id="{8156B84A-9859-D3E7-BABE-F94DAF6F9854}"/>
              </a:ext>
            </a:extLst>
          </p:cNvPr>
          <p:cNvSpPr/>
          <p:nvPr/>
        </p:nvSpPr>
        <p:spPr>
          <a:xfrm>
            <a:off x="8028690" y="3505973"/>
            <a:ext cx="3779520" cy="219456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12700">
            <a:noFill/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64" name="Shape 12">
            <a:extLst>
              <a:ext uri="{FF2B5EF4-FFF2-40B4-BE49-F238E27FC236}">
                <a16:creationId xmlns:a16="http://schemas.microsoft.com/office/drawing/2014/main" id="{2C694E0D-990F-6F08-8475-5A8986CBA09E}"/>
              </a:ext>
            </a:extLst>
          </p:cNvPr>
          <p:cNvSpPr/>
          <p:nvPr/>
        </p:nvSpPr>
        <p:spPr>
          <a:xfrm>
            <a:off x="4236978" y="3505973"/>
            <a:ext cx="243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65" name="Shape 13">
            <a:extLst>
              <a:ext uri="{FF2B5EF4-FFF2-40B4-BE49-F238E27FC236}">
                <a16:creationId xmlns:a16="http://schemas.microsoft.com/office/drawing/2014/main" id="{75F1CD61-6B04-3596-EC03-28B510B55C47}"/>
              </a:ext>
            </a:extLst>
          </p:cNvPr>
          <p:cNvSpPr/>
          <p:nvPr/>
        </p:nvSpPr>
        <p:spPr>
          <a:xfrm>
            <a:off x="8016498" y="3505973"/>
            <a:ext cx="243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66" name="Shape 14">
            <a:extLst>
              <a:ext uri="{FF2B5EF4-FFF2-40B4-BE49-F238E27FC236}">
                <a16:creationId xmlns:a16="http://schemas.microsoft.com/office/drawing/2014/main" id="{EE93B947-D4BA-15FE-359B-9EFD50641334}"/>
              </a:ext>
            </a:extLst>
          </p:cNvPr>
          <p:cNvSpPr/>
          <p:nvPr/>
        </p:nvSpPr>
        <p:spPr>
          <a:xfrm>
            <a:off x="384306" y="3530357"/>
            <a:ext cx="170688" cy="170688"/>
          </a:xfrm>
          <a:prstGeom prst="ellips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67" name="Shape 15">
            <a:extLst>
              <a:ext uri="{FF2B5EF4-FFF2-40B4-BE49-F238E27FC236}">
                <a16:creationId xmlns:a16="http://schemas.microsoft.com/office/drawing/2014/main" id="{C527F9BF-8E6B-1F9F-AD72-8C0E6089BD54}"/>
              </a:ext>
            </a:extLst>
          </p:cNvPr>
          <p:cNvSpPr/>
          <p:nvPr/>
        </p:nvSpPr>
        <p:spPr>
          <a:xfrm>
            <a:off x="4163826" y="3530357"/>
            <a:ext cx="170688" cy="170688"/>
          </a:xfrm>
          <a:prstGeom prst="ellips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68" name="Shape 16">
            <a:extLst>
              <a:ext uri="{FF2B5EF4-FFF2-40B4-BE49-F238E27FC236}">
                <a16:creationId xmlns:a16="http://schemas.microsoft.com/office/drawing/2014/main" id="{177F6080-8B16-CC80-8F8D-76E6AF0B02DA}"/>
              </a:ext>
            </a:extLst>
          </p:cNvPr>
          <p:cNvSpPr/>
          <p:nvPr/>
        </p:nvSpPr>
        <p:spPr>
          <a:xfrm>
            <a:off x="7943346" y="3530357"/>
            <a:ext cx="170688" cy="170688"/>
          </a:xfrm>
          <a:prstGeom prst="ellips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69" name="Text 17">
            <a:extLst>
              <a:ext uri="{FF2B5EF4-FFF2-40B4-BE49-F238E27FC236}">
                <a16:creationId xmlns:a16="http://schemas.microsoft.com/office/drawing/2014/main" id="{D3FEE214-ACFA-BCF8-6346-D38E5A09514B}"/>
              </a:ext>
            </a:extLst>
          </p:cNvPr>
          <p:cNvSpPr/>
          <p:nvPr/>
        </p:nvSpPr>
        <p:spPr>
          <a:xfrm>
            <a:off x="347730" y="3518165"/>
            <a:ext cx="29260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33"/>
          </a:p>
        </p:txBody>
      </p:sp>
      <p:sp>
        <p:nvSpPr>
          <p:cNvPr id="70" name="Text 18">
            <a:extLst>
              <a:ext uri="{FF2B5EF4-FFF2-40B4-BE49-F238E27FC236}">
                <a16:creationId xmlns:a16="http://schemas.microsoft.com/office/drawing/2014/main" id="{0D176367-D079-C3B5-724F-5A8D239E4F6C}"/>
              </a:ext>
            </a:extLst>
          </p:cNvPr>
          <p:cNvSpPr/>
          <p:nvPr/>
        </p:nvSpPr>
        <p:spPr>
          <a:xfrm>
            <a:off x="1594971" y="3518165"/>
            <a:ext cx="29260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933"/>
          </a:p>
        </p:txBody>
      </p:sp>
      <p:sp>
        <p:nvSpPr>
          <p:cNvPr id="71" name="Text 19">
            <a:extLst>
              <a:ext uri="{FF2B5EF4-FFF2-40B4-BE49-F238E27FC236}">
                <a16:creationId xmlns:a16="http://schemas.microsoft.com/office/drawing/2014/main" id="{1E01B0DF-6C6F-A236-34B2-0625E5985677}"/>
              </a:ext>
            </a:extLst>
          </p:cNvPr>
          <p:cNvSpPr/>
          <p:nvPr/>
        </p:nvSpPr>
        <p:spPr>
          <a:xfrm>
            <a:off x="2842213" y="3518165"/>
            <a:ext cx="29260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933"/>
          </a:p>
        </p:txBody>
      </p:sp>
      <p:sp>
        <p:nvSpPr>
          <p:cNvPr id="72" name="Text 20">
            <a:extLst>
              <a:ext uri="{FF2B5EF4-FFF2-40B4-BE49-F238E27FC236}">
                <a16:creationId xmlns:a16="http://schemas.microsoft.com/office/drawing/2014/main" id="{693AA220-5BA0-BC1E-143E-D058C3D281AC}"/>
              </a:ext>
            </a:extLst>
          </p:cNvPr>
          <p:cNvSpPr/>
          <p:nvPr/>
        </p:nvSpPr>
        <p:spPr>
          <a:xfrm>
            <a:off x="4089455" y="3518165"/>
            <a:ext cx="29260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933"/>
          </a:p>
        </p:txBody>
      </p:sp>
      <p:sp>
        <p:nvSpPr>
          <p:cNvPr id="73" name="Text 21">
            <a:extLst>
              <a:ext uri="{FF2B5EF4-FFF2-40B4-BE49-F238E27FC236}">
                <a16:creationId xmlns:a16="http://schemas.microsoft.com/office/drawing/2014/main" id="{031B02D4-BB2A-D858-72E8-B13B635CBA67}"/>
              </a:ext>
            </a:extLst>
          </p:cNvPr>
          <p:cNvSpPr/>
          <p:nvPr/>
        </p:nvSpPr>
        <p:spPr>
          <a:xfrm>
            <a:off x="5223311" y="3518165"/>
            <a:ext cx="29260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</a:t>
            </a:r>
            <a:endParaRPr lang="en-US" sz="933"/>
          </a:p>
        </p:txBody>
      </p:sp>
      <p:sp>
        <p:nvSpPr>
          <p:cNvPr id="74" name="Text 22">
            <a:extLst>
              <a:ext uri="{FF2B5EF4-FFF2-40B4-BE49-F238E27FC236}">
                <a16:creationId xmlns:a16="http://schemas.microsoft.com/office/drawing/2014/main" id="{3F27FD93-D9BE-9676-A7F8-7F41A414F9E7}"/>
              </a:ext>
            </a:extLst>
          </p:cNvPr>
          <p:cNvSpPr/>
          <p:nvPr/>
        </p:nvSpPr>
        <p:spPr>
          <a:xfrm>
            <a:off x="6470553" y="3518165"/>
            <a:ext cx="29260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2033</a:t>
            </a:r>
            <a:endParaRPr lang="en-US" sz="933"/>
          </a:p>
        </p:txBody>
      </p:sp>
      <p:sp>
        <p:nvSpPr>
          <p:cNvPr id="75" name="Text 23">
            <a:extLst>
              <a:ext uri="{FF2B5EF4-FFF2-40B4-BE49-F238E27FC236}">
                <a16:creationId xmlns:a16="http://schemas.microsoft.com/office/drawing/2014/main" id="{A7E945DE-9AC3-B609-7B00-14FB66F07F91}"/>
              </a:ext>
            </a:extLst>
          </p:cNvPr>
          <p:cNvSpPr/>
          <p:nvPr/>
        </p:nvSpPr>
        <p:spPr>
          <a:xfrm>
            <a:off x="7831179" y="3518165"/>
            <a:ext cx="29260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2035</a:t>
            </a:r>
            <a:endParaRPr lang="en-US" sz="933"/>
          </a:p>
        </p:txBody>
      </p:sp>
      <p:sp>
        <p:nvSpPr>
          <p:cNvPr id="76" name="Text 24">
            <a:extLst>
              <a:ext uri="{FF2B5EF4-FFF2-40B4-BE49-F238E27FC236}">
                <a16:creationId xmlns:a16="http://schemas.microsoft.com/office/drawing/2014/main" id="{D1F8E486-C5BD-8454-7B9D-FCCC00E941EC}"/>
              </a:ext>
            </a:extLst>
          </p:cNvPr>
          <p:cNvSpPr/>
          <p:nvPr/>
        </p:nvSpPr>
        <p:spPr>
          <a:xfrm>
            <a:off x="9078421" y="3518165"/>
            <a:ext cx="29260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2037</a:t>
            </a:r>
            <a:endParaRPr lang="en-US" sz="933"/>
          </a:p>
        </p:txBody>
      </p:sp>
      <p:sp>
        <p:nvSpPr>
          <p:cNvPr id="77" name="Text 25">
            <a:extLst>
              <a:ext uri="{FF2B5EF4-FFF2-40B4-BE49-F238E27FC236}">
                <a16:creationId xmlns:a16="http://schemas.microsoft.com/office/drawing/2014/main" id="{3248F43E-43F6-E0EA-486F-68FA702797B8}"/>
              </a:ext>
            </a:extLst>
          </p:cNvPr>
          <p:cNvSpPr/>
          <p:nvPr/>
        </p:nvSpPr>
        <p:spPr>
          <a:xfrm>
            <a:off x="10892591" y="3518165"/>
            <a:ext cx="29260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2040</a:t>
            </a:r>
            <a:endParaRPr lang="en-US" sz="933"/>
          </a:p>
        </p:txBody>
      </p:sp>
      <p:sp>
        <p:nvSpPr>
          <p:cNvPr id="89" name="Shape 37">
            <a:extLst>
              <a:ext uri="{FF2B5EF4-FFF2-40B4-BE49-F238E27FC236}">
                <a16:creationId xmlns:a16="http://schemas.microsoft.com/office/drawing/2014/main" id="{61C09F60-942B-C0EB-E58C-1048DA16554A}"/>
              </a:ext>
            </a:extLst>
          </p:cNvPr>
          <p:cNvSpPr/>
          <p:nvPr/>
        </p:nvSpPr>
        <p:spPr>
          <a:xfrm>
            <a:off x="12351784" y="3811717"/>
            <a:ext cx="48768" cy="24384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/>
          </a:p>
        </p:txBody>
      </p:sp>
      <p:sp>
        <p:nvSpPr>
          <p:cNvPr id="90" name="Shape 38">
            <a:extLst>
              <a:ext uri="{FF2B5EF4-FFF2-40B4-BE49-F238E27FC236}">
                <a16:creationId xmlns:a16="http://schemas.microsoft.com/office/drawing/2014/main" id="{8562C97C-BA4B-774D-3BBB-476FDB7620A9}"/>
              </a:ext>
            </a:extLst>
          </p:cNvPr>
          <p:cNvSpPr/>
          <p:nvPr/>
        </p:nvSpPr>
        <p:spPr>
          <a:xfrm>
            <a:off x="506226" y="3981461"/>
            <a:ext cx="3657600" cy="1645920"/>
          </a:xfrm>
          <a:prstGeom prst="roundRect">
            <a:avLst>
              <a:gd name="adj" fmla="val 3704"/>
            </a:avLst>
          </a:prstGeom>
          <a:solidFill>
            <a:schemeClr val="accent1">
              <a:lumMod val="25000"/>
              <a:lumOff val="75000"/>
            </a:schemeClr>
          </a:solidFill>
          <a:ln w="9525">
            <a:noFill/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4800"/>
          </a:p>
        </p:txBody>
      </p:sp>
      <p:sp>
        <p:nvSpPr>
          <p:cNvPr id="91" name="Text 39">
            <a:extLst>
              <a:ext uri="{FF2B5EF4-FFF2-40B4-BE49-F238E27FC236}">
                <a16:creationId xmlns:a16="http://schemas.microsoft.com/office/drawing/2014/main" id="{52DE3748-73BF-B991-177C-6F70302D65AD}"/>
              </a:ext>
            </a:extLst>
          </p:cNvPr>
          <p:cNvSpPr/>
          <p:nvPr/>
        </p:nvSpPr>
        <p:spPr>
          <a:xfrm>
            <a:off x="591570" y="4103381"/>
            <a:ext cx="34747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 PITFALL</a:t>
            </a:r>
            <a:endParaRPr lang="en-US" sz="1600">
              <a:solidFill>
                <a:schemeClr val="bg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Text 40">
            <a:extLst>
              <a:ext uri="{FF2B5EF4-FFF2-40B4-BE49-F238E27FC236}">
                <a16:creationId xmlns:a16="http://schemas.microsoft.com/office/drawing/2014/main" id="{A8444B31-E019-F5E7-744C-24E9F19A353C}"/>
              </a:ext>
            </a:extLst>
          </p:cNvPr>
          <p:cNvSpPr/>
          <p:nvPr/>
        </p:nvSpPr>
        <p:spPr>
          <a:xfrm>
            <a:off x="591570" y="4371605"/>
            <a:ext cx="34747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Boomer window closes ~2032</a:t>
            </a:r>
          </a:p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0.7% penetration not closing</a:t>
            </a:r>
          </a:p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Capacity cannot flex fast enough</a:t>
            </a:r>
          </a:p>
        </p:txBody>
      </p:sp>
      <p:sp>
        <p:nvSpPr>
          <p:cNvPr id="93" name="Shape 41">
            <a:extLst>
              <a:ext uri="{FF2B5EF4-FFF2-40B4-BE49-F238E27FC236}">
                <a16:creationId xmlns:a16="http://schemas.microsoft.com/office/drawing/2014/main" id="{DE59359B-6D9D-61B1-C979-C4FDECDBAA6E}"/>
              </a:ext>
            </a:extLst>
          </p:cNvPr>
          <p:cNvSpPr/>
          <p:nvPr/>
        </p:nvSpPr>
        <p:spPr>
          <a:xfrm>
            <a:off x="4285746" y="3981461"/>
            <a:ext cx="3657600" cy="1645920"/>
          </a:xfrm>
          <a:prstGeom prst="roundRect">
            <a:avLst>
              <a:gd name="adj" fmla="val 3704"/>
            </a:avLst>
          </a:prstGeom>
          <a:solidFill>
            <a:schemeClr val="accent1">
              <a:lumMod val="75000"/>
              <a:lumOff val="25000"/>
            </a:schemeClr>
          </a:solidFill>
          <a:ln w="9525">
            <a:noFill/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4800"/>
          </a:p>
        </p:txBody>
      </p:sp>
      <p:sp>
        <p:nvSpPr>
          <p:cNvPr id="94" name="Text 42">
            <a:extLst>
              <a:ext uri="{FF2B5EF4-FFF2-40B4-BE49-F238E27FC236}">
                <a16:creationId xmlns:a16="http://schemas.microsoft.com/office/drawing/2014/main" id="{99E70057-AC5F-1669-A7F5-DEB646F6F30A}"/>
              </a:ext>
            </a:extLst>
          </p:cNvPr>
          <p:cNvSpPr/>
          <p:nvPr/>
        </p:nvSpPr>
        <p:spPr>
          <a:xfrm>
            <a:off x="4371090" y="4103381"/>
            <a:ext cx="3474720" cy="243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PITFALL</a:t>
            </a:r>
            <a:endParaRPr lang="en-US" sz="1600">
              <a:solidFill>
                <a:schemeClr val="bg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Text 43">
            <a:extLst>
              <a:ext uri="{FF2B5EF4-FFF2-40B4-BE49-F238E27FC236}">
                <a16:creationId xmlns:a16="http://schemas.microsoft.com/office/drawing/2014/main" id="{4EF3B22D-FDAF-8C28-6311-A284457687F4}"/>
              </a:ext>
            </a:extLst>
          </p:cNvPr>
          <p:cNvSpPr/>
          <p:nvPr/>
        </p:nvSpPr>
        <p:spPr>
          <a:xfrm>
            <a:off x="4371090" y="4371605"/>
            <a:ext cx="34747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Charter-first delays ownership</a:t>
            </a:r>
            <a:endParaRPr lang="en-US">
              <a:solidFill>
                <a:schemeClr val="bg1"/>
              </a:solidFill>
              <a:ea typeface="Source Sans Pro"/>
            </a:endParaRPr>
          </a:p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Sustainability becomes a filter</a:t>
            </a:r>
          </a:p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TAM growth ≠ order book growth</a:t>
            </a:r>
          </a:p>
        </p:txBody>
      </p:sp>
      <p:sp>
        <p:nvSpPr>
          <p:cNvPr id="96" name="Shape 44">
            <a:extLst>
              <a:ext uri="{FF2B5EF4-FFF2-40B4-BE49-F238E27FC236}">
                <a16:creationId xmlns:a16="http://schemas.microsoft.com/office/drawing/2014/main" id="{03256CB6-DBF7-EC17-7056-1A7F5199DF25}"/>
              </a:ext>
            </a:extLst>
          </p:cNvPr>
          <p:cNvSpPr/>
          <p:nvPr/>
        </p:nvSpPr>
        <p:spPr>
          <a:xfrm>
            <a:off x="8065266" y="3981461"/>
            <a:ext cx="3657600" cy="1645920"/>
          </a:xfrm>
          <a:prstGeom prst="roundRect">
            <a:avLst>
              <a:gd name="adj" fmla="val 3704"/>
            </a:avLst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H" sz="3200">
              <a:solidFill>
                <a:srgbClr val="005B8D"/>
              </a:solidFill>
            </a:endParaRPr>
          </a:p>
        </p:txBody>
      </p:sp>
      <p:sp>
        <p:nvSpPr>
          <p:cNvPr id="97" name="Text 45">
            <a:extLst>
              <a:ext uri="{FF2B5EF4-FFF2-40B4-BE49-F238E27FC236}">
                <a16:creationId xmlns:a16="http://schemas.microsoft.com/office/drawing/2014/main" id="{EDEDDFE7-370B-D0F5-3362-FE16622BE3B5}"/>
              </a:ext>
            </a:extLst>
          </p:cNvPr>
          <p:cNvSpPr/>
          <p:nvPr/>
        </p:nvSpPr>
        <p:spPr>
          <a:xfrm>
            <a:off x="8150610" y="4103381"/>
            <a:ext cx="34747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PITFALL</a:t>
            </a:r>
            <a:endParaRPr lang="en-US" sz="1600">
              <a:solidFill>
                <a:schemeClr val="bg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" name="Text 46">
            <a:extLst>
              <a:ext uri="{FF2B5EF4-FFF2-40B4-BE49-F238E27FC236}">
                <a16:creationId xmlns:a16="http://schemas.microsoft.com/office/drawing/2014/main" id="{97731F93-A727-3BE5-FC75-2CEC78DCE5B1}"/>
              </a:ext>
            </a:extLst>
          </p:cNvPr>
          <p:cNvSpPr/>
          <p:nvPr/>
        </p:nvSpPr>
        <p:spPr>
          <a:xfrm>
            <a:off x="8150610" y="4371605"/>
            <a:ext cx="34747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Yards have no Asia distribution</a:t>
            </a:r>
          </a:p>
          <a:p>
            <a:pPr marL="0" indent="0">
              <a:buNone/>
            </a:pPr>
            <a:r>
              <a:rPr lang="en-US" sz="180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Chinese yards closing quality gap</a:t>
            </a:r>
          </a:p>
          <a:p>
            <a:pPr marL="0" indent="0">
              <a:buNone/>
            </a:pPr>
            <a:r>
              <a:rPr lang="en-US" sz="180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Relationships take decades to build</a:t>
            </a:r>
          </a:p>
        </p:txBody>
      </p:sp>
      <p:sp>
        <p:nvSpPr>
          <p:cNvPr id="99" name="Text 47">
            <a:extLst>
              <a:ext uri="{FF2B5EF4-FFF2-40B4-BE49-F238E27FC236}">
                <a16:creationId xmlns:a16="http://schemas.microsoft.com/office/drawing/2014/main" id="{F85AE9FE-62B8-CEB0-0B33-27F338EAFA63}"/>
              </a:ext>
            </a:extLst>
          </p:cNvPr>
          <p:cNvSpPr/>
          <p:nvPr/>
        </p:nvSpPr>
        <p:spPr>
          <a:xfrm>
            <a:off x="426720" y="6559296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3" i="1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Altrata 2025; Knight Frank 2024; Monaco Yacht Show 2024/2025; Burgess Yachts; Bain/Altagamma 2025; team analysis.</a:t>
            </a:r>
            <a:endParaRPr lang="en-US" sz="933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1BC02FB0-E9C4-9CCE-1540-E32076DC0528}"/>
              </a:ext>
            </a:extLst>
          </p:cNvPr>
          <p:cNvSpPr/>
          <p:nvPr/>
        </p:nvSpPr>
        <p:spPr>
          <a:xfrm>
            <a:off x="-113763" y="6062728"/>
            <a:ext cx="3157469" cy="4958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Title 2">
            <a:extLst>
              <a:ext uri="{FF2B5EF4-FFF2-40B4-BE49-F238E27FC236}">
                <a16:creationId xmlns:a16="http://schemas.microsoft.com/office/drawing/2014/main" id="{9057A806-6ECC-44AD-E495-D822AD6AD7CA}"/>
              </a:ext>
            </a:extLst>
          </p:cNvPr>
          <p:cNvSpPr txBox="1">
            <a:spLocks/>
          </p:cNvSpPr>
          <p:nvPr/>
        </p:nvSpPr>
        <p:spPr>
          <a:xfrm>
            <a:off x="472440" y="301752"/>
            <a:ext cx="11247120" cy="42976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/>
              <a:t>Market outlook: 10 years</a:t>
            </a:r>
          </a:p>
          <a:p>
            <a:endParaRPr lang="en-US" sz="3200">
              <a:ea typeface="Source Sans Pro"/>
            </a:endParaRPr>
          </a:p>
        </p:txBody>
      </p:sp>
      <p:sp>
        <p:nvSpPr>
          <p:cNvPr id="110" name="Text Placeholder 4">
            <a:extLst>
              <a:ext uri="{FF2B5EF4-FFF2-40B4-BE49-F238E27FC236}">
                <a16:creationId xmlns:a16="http://schemas.microsoft.com/office/drawing/2014/main" id="{7416A7B7-B019-1759-10E1-157C03C2849A}"/>
              </a:ext>
            </a:extLst>
          </p:cNvPr>
          <p:cNvSpPr txBox="1">
            <a:spLocks/>
          </p:cNvSpPr>
          <p:nvPr/>
        </p:nvSpPr>
        <p:spPr>
          <a:xfrm>
            <a:off x="472440" y="781051"/>
            <a:ext cx="11247120" cy="47624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Source Sans Pro" panose="020B0503030403020204" pitchFamily="34" charset="0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01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585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5000"/>
              <a:buFont typeface="Wingdings" panose="05000000000000000000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SzPct val="75000"/>
              <a:buFont typeface="Source Sans Pro" panose="020B050303040302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/>
              <a:t>Act before the window </a:t>
            </a:r>
            <a:r>
              <a:rPr lang="en-US" sz="1600" err="1"/>
              <a:t>shif</a:t>
            </a:r>
            <a:r>
              <a:rPr lang="en-US" sz="1600"/>
              <a:t>ts</a:t>
            </a:r>
            <a:endParaRPr lang="en-US" sz="1600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41533910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D161A-DAFB-2F48-63DD-53BECEDFFF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A2BB6D-D019-4321-8BA6-59299BECB9DA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E585A5-2669-DE43-B0C0-AEB9CB58B0CB}"/>
              </a:ext>
            </a:extLst>
          </p:cNvPr>
          <p:cNvSpPr/>
          <p:nvPr/>
        </p:nvSpPr>
        <p:spPr>
          <a:xfrm>
            <a:off x="9180490" y="6406165"/>
            <a:ext cx="3157469" cy="4958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90B81A-07B2-D57F-F853-991EF47B9919}"/>
              </a:ext>
            </a:extLst>
          </p:cNvPr>
          <p:cNvSpPr/>
          <p:nvPr/>
        </p:nvSpPr>
        <p:spPr>
          <a:xfrm>
            <a:off x="0" y="6585995"/>
            <a:ext cx="12192000" cy="2720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chemeClr val="bg2">
                    <a:lumMod val="50000"/>
                  </a:schemeClr>
                </a:solidFill>
              </a:rPr>
              <a:t>Sources: </a:t>
            </a:r>
            <a:r>
              <a:rPr lang="en-US" sz="800" err="1">
                <a:solidFill>
                  <a:schemeClr val="bg2">
                    <a:lumMod val="50000"/>
                  </a:schemeClr>
                </a:solidFill>
              </a:rPr>
              <a:t>Altrata</a:t>
            </a:r>
            <a:r>
              <a:rPr lang="en-US" sz="800">
                <a:solidFill>
                  <a:schemeClr val="bg2">
                    <a:lumMod val="50000"/>
                  </a:schemeClr>
                </a:solidFill>
              </a:rPr>
              <a:t> (2025); Yacht Style (2024); </a:t>
            </a:r>
            <a:r>
              <a:rPr lang="en-US" sz="800" err="1">
                <a:solidFill>
                  <a:schemeClr val="bg2">
                    <a:lumMod val="50000"/>
                  </a:schemeClr>
                </a:solidFill>
              </a:rPr>
              <a:t>Gitnux</a:t>
            </a:r>
            <a:r>
              <a:rPr lang="en-US" sz="800">
                <a:solidFill>
                  <a:schemeClr val="bg2">
                    <a:lumMod val="50000"/>
                  </a:schemeClr>
                </a:solidFill>
              </a:rPr>
              <a:t> (2026); Intel Market Research (2025); </a:t>
            </a:r>
            <a:r>
              <a:rPr lang="en-US" sz="800" err="1">
                <a:solidFill>
                  <a:schemeClr val="bg2">
                    <a:lumMod val="50000"/>
                  </a:schemeClr>
                </a:solidFill>
              </a:rPr>
              <a:t>SuperyachtNews</a:t>
            </a:r>
            <a:r>
              <a:rPr lang="en-US" sz="800">
                <a:solidFill>
                  <a:schemeClr val="bg2">
                    <a:lumMod val="50000"/>
                  </a:schemeClr>
                </a:solidFill>
              </a:rPr>
              <a:t> (2023); </a:t>
            </a:r>
            <a:r>
              <a:rPr lang="en-US" sz="800" err="1">
                <a:solidFill>
                  <a:schemeClr val="bg2">
                    <a:lumMod val="50000"/>
                  </a:schemeClr>
                </a:solidFill>
              </a:rPr>
              <a:t>Megayacht</a:t>
            </a:r>
            <a:r>
              <a:rPr lang="en-US" sz="800">
                <a:solidFill>
                  <a:schemeClr val="bg2">
                    <a:lumMod val="50000"/>
                  </a:schemeClr>
                </a:solidFill>
              </a:rPr>
              <a:t> News (2025)</a:t>
            </a:r>
          </a:p>
          <a:p>
            <a:endParaRPr lang="en-US" sz="80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E951169-0A0D-99F9-AA4D-91FA6A97CE47}"/>
              </a:ext>
            </a:extLst>
          </p:cNvPr>
          <p:cNvGrpSpPr/>
          <p:nvPr/>
        </p:nvGrpSpPr>
        <p:grpSpPr>
          <a:xfrm>
            <a:off x="578540" y="1405201"/>
            <a:ext cx="4940047" cy="3142157"/>
            <a:chOff x="889779" y="1190553"/>
            <a:chExt cx="3534104" cy="3142157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63BA5D1-4A0A-A061-F2BC-E4B9658394BF}"/>
                </a:ext>
              </a:extLst>
            </p:cNvPr>
            <p:cNvSpPr/>
            <p:nvPr/>
          </p:nvSpPr>
          <p:spPr>
            <a:xfrm>
              <a:off x="889779" y="1190553"/>
              <a:ext cx="3534104" cy="258234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>
                  <a:solidFill>
                    <a:schemeClr val="bg1"/>
                  </a:solidFill>
                  <a:latin typeface="Aptos"/>
                </a:rPr>
                <a:t>THE INVESTMENT CASE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2F9C73E-74EA-07B2-6B0E-79DCCE97731F}"/>
                </a:ext>
              </a:extLst>
            </p:cNvPr>
            <p:cNvSpPr/>
            <p:nvPr/>
          </p:nvSpPr>
          <p:spPr>
            <a:xfrm>
              <a:off x="889779" y="1454937"/>
              <a:ext cx="3534104" cy="287777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b="1">
                  <a:solidFill>
                    <a:schemeClr val="tx1"/>
                  </a:solidFill>
                  <a:latin typeface="Aptos" panose="020B0004020202020204" pitchFamily="34" charset="0"/>
                </a:rPr>
                <a:t>Revenue visibility uncommon for manufacturing</a:t>
              </a:r>
              <a:endParaRPr lang="en-US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400">
                  <a:solidFill>
                    <a:schemeClr val="tx1"/>
                  </a:solidFill>
                  <a:latin typeface="Aptos" panose="020B0004020202020204" pitchFamily="34" charset="0"/>
                </a:rPr>
                <a:t>Multi-year order backlogs at/near record highs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400">
                  <a:solidFill>
                    <a:schemeClr val="tx1"/>
                  </a:solidFill>
                  <a:latin typeface="Aptos" panose="020B0004020202020204" pitchFamily="34" charset="0"/>
                </a:rPr>
                <a:t>Predictable cash flows support leverage and downside protection</a:t>
              </a:r>
            </a:p>
            <a:p>
              <a:r>
                <a:rPr lang="en-US" sz="1400" b="1">
                  <a:solidFill>
                    <a:schemeClr val="tx1"/>
                  </a:solidFill>
                  <a:latin typeface="Aptos" panose="020B0004020202020204" pitchFamily="34" charset="0"/>
                </a:rPr>
                <a:t>Fragmented ownership despite concentrated industry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400">
                  <a:solidFill>
                    <a:schemeClr val="tx1"/>
                  </a:solidFill>
                  <a:latin typeface="Aptos" panose="020B0004020202020204" pitchFamily="34" charset="0"/>
                </a:rPr>
                <a:t>Few major builders, but mostly privately held (families, foundations)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400">
                  <a:solidFill>
                    <a:schemeClr val="tx1"/>
                  </a:solidFill>
                  <a:latin typeface="Aptos" panose="020B0004020202020204" pitchFamily="34" charset="0"/>
                </a:rPr>
                <a:t>Expands actionable deal universe beyond headline concentration</a:t>
              </a:r>
            </a:p>
            <a:p>
              <a:endParaRPr lang="en-US" sz="1400">
                <a:solidFill>
                  <a:schemeClr val="tx1"/>
                </a:solidFill>
                <a:latin typeface="Aptos" panose="020B0004020202020204" pitchFamily="34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AC9FEB2-4B69-4031-F8F2-472BF3BD7330}"/>
              </a:ext>
            </a:extLst>
          </p:cNvPr>
          <p:cNvGrpSpPr/>
          <p:nvPr/>
        </p:nvGrpSpPr>
        <p:grpSpPr>
          <a:xfrm>
            <a:off x="583467" y="4814289"/>
            <a:ext cx="4937164" cy="1061267"/>
            <a:chOff x="4640312" y="3794720"/>
            <a:chExt cx="6750939" cy="127067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09D4CB5-1C04-45F7-1834-951DF191C455}"/>
                </a:ext>
              </a:extLst>
            </p:cNvPr>
            <p:cNvSpPr/>
            <p:nvPr/>
          </p:nvSpPr>
          <p:spPr>
            <a:xfrm>
              <a:off x="4640312" y="3794720"/>
              <a:ext cx="6750939" cy="259306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>
                  <a:solidFill>
                    <a:schemeClr val="bg1"/>
                  </a:solidFill>
                  <a:latin typeface="Aptos"/>
                </a:rPr>
                <a:t>PRIVATE EQUITY VALIDATION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E0F546E-57B4-8D60-E02C-E9F7D75F9AD4}"/>
                </a:ext>
              </a:extLst>
            </p:cNvPr>
            <p:cNvSpPr/>
            <p:nvPr/>
          </p:nvSpPr>
          <p:spPr>
            <a:xfrm>
              <a:off x="4640312" y="4007706"/>
              <a:ext cx="6750938" cy="10576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400">
                  <a:solidFill>
                    <a:schemeClr val="tx1"/>
                  </a:solidFill>
                  <a:latin typeface="Aptos" panose="020B0004020202020204" pitchFamily="34" charset="0"/>
                </a:rPr>
                <a:t>Recent transactions across value chain confirm institutional interest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400">
                  <a:solidFill>
                    <a:schemeClr val="tx1"/>
                  </a:solidFill>
                  <a:latin typeface="Aptos" panose="020B0004020202020204" pitchFamily="34" charset="0"/>
                </a:rPr>
                <a:t>Sector transitioning into a recognized PE asset class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9C75C72-E9E5-D857-BD85-83EA9E27DE3C}"/>
              </a:ext>
            </a:extLst>
          </p:cNvPr>
          <p:cNvGrpSpPr/>
          <p:nvPr/>
        </p:nvGrpSpPr>
        <p:grpSpPr>
          <a:xfrm>
            <a:off x="6700932" y="4111066"/>
            <a:ext cx="4958632" cy="1831502"/>
            <a:chOff x="4625669" y="4733545"/>
            <a:chExt cx="6765585" cy="183150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206B0BE-AB4B-C763-9E56-56607B02E8F7}"/>
                </a:ext>
              </a:extLst>
            </p:cNvPr>
            <p:cNvSpPr/>
            <p:nvPr/>
          </p:nvSpPr>
          <p:spPr>
            <a:xfrm>
              <a:off x="4640312" y="4733545"/>
              <a:ext cx="6750941" cy="259306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>
                  <a:solidFill>
                    <a:schemeClr val="bg1"/>
                  </a:solidFill>
                  <a:latin typeface="Aptos"/>
                </a:rPr>
                <a:t>KEY IMPLICATION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3D93261-80B8-3A40-3D6F-F33E1CF45A75}"/>
                </a:ext>
              </a:extLst>
            </p:cNvPr>
            <p:cNvSpPr/>
            <p:nvPr/>
          </p:nvSpPr>
          <p:spPr>
            <a:xfrm>
              <a:off x="4625669" y="4992851"/>
              <a:ext cx="6765585" cy="157219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b="1">
                  <a:solidFill>
                    <a:schemeClr val="tx1"/>
                  </a:solidFill>
                  <a:latin typeface="Aptos" panose="020B0004020202020204" pitchFamily="34" charset="0"/>
                </a:rPr>
                <a:t>Value creation depends on operational model selection, not just market exposure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>
                  <a:solidFill>
                    <a:schemeClr val="tx1"/>
                  </a:solidFill>
                  <a:latin typeface="Aptos" panose="020B0004020202020204" pitchFamily="34" charset="0"/>
                </a:rPr>
                <a:t>Priority is assets with: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sz="1400">
                  <a:solidFill>
                    <a:schemeClr val="tx1"/>
                  </a:solidFill>
                  <a:latin typeface="Aptos" panose="020B0004020202020204" pitchFamily="34" charset="0"/>
                </a:rPr>
                <a:t>Defensible production capacity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sz="1400">
                  <a:solidFill>
                    <a:schemeClr val="tx1"/>
                  </a:solidFill>
                  <a:latin typeface="Aptos" panose="020B0004020202020204" pitchFamily="34" charset="0"/>
                </a:rPr>
                <a:t>Strong order book quality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sz="1400">
                  <a:solidFill>
                    <a:schemeClr val="tx1"/>
                  </a:solidFill>
                  <a:latin typeface="Aptos" panose="020B0004020202020204" pitchFamily="34" charset="0"/>
                </a:rPr>
                <a:t>Clear levers for commercial and operational scaling</a:t>
              </a:r>
            </a:p>
            <a:p>
              <a:endParaRPr lang="en-US" sz="1400">
                <a:solidFill>
                  <a:schemeClr val="tx1"/>
                </a:solidFill>
                <a:latin typeface="Aptos" panose="020B0004020202020204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098F769-8CBC-5422-8651-269A8449E905}"/>
              </a:ext>
            </a:extLst>
          </p:cNvPr>
          <p:cNvGrpSpPr/>
          <p:nvPr/>
        </p:nvGrpSpPr>
        <p:grpSpPr>
          <a:xfrm>
            <a:off x="6700934" y="137706"/>
            <a:ext cx="4926431" cy="3709202"/>
            <a:chOff x="4640315" y="1189480"/>
            <a:chExt cx="6750937" cy="2507173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BD4B3F0-8D91-AE7A-1AA3-CAFF2E9EBB3F}"/>
                </a:ext>
              </a:extLst>
            </p:cNvPr>
            <p:cNvSpPr/>
            <p:nvPr/>
          </p:nvSpPr>
          <p:spPr>
            <a:xfrm>
              <a:off x="4640315" y="1189480"/>
              <a:ext cx="6750937" cy="227438"/>
            </a:xfrm>
            <a:prstGeom prst="rect">
              <a:avLst/>
            </a:prstGeom>
            <a:solidFill>
              <a:schemeClr val="accent1">
                <a:lumMod val="90000"/>
                <a:lumOff val="1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>
                  <a:solidFill>
                    <a:schemeClr val="bg1"/>
                  </a:solidFill>
                  <a:latin typeface="Aptos"/>
                </a:rPr>
                <a:t>OPERATING MODEL ADVANTAGES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2120C1D-48A2-F42A-3C6A-084A448C2A81}"/>
                </a:ext>
              </a:extLst>
            </p:cNvPr>
            <p:cNvSpPr/>
            <p:nvPr/>
          </p:nvSpPr>
          <p:spPr>
            <a:xfrm>
              <a:off x="4640315" y="1422869"/>
              <a:ext cx="6750937" cy="22737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b="1">
                  <a:solidFill>
                    <a:schemeClr val="tx1"/>
                  </a:solidFill>
                  <a:latin typeface="Aptos" panose="020B0004020202020204" pitchFamily="34" charset="0"/>
                </a:rPr>
                <a:t>High entry barriers in shipyard operations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sz="1400">
                  <a:solidFill>
                    <a:schemeClr val="tx1"/>
                  </a:solidFill>
                  <a:latin typeface="Aptos" panose="020B0004020202020204" pitchFamily="34" charset="0"/>
                </a:rPr>
                <a:t>Limited waterfront capacity and specialized infrastructure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sz="1400">
                  <a:solidFill>
                    <a:schemeClr val="tx1"/>
                  </a:solidFill>
                  <a:latin typeface="Aptos" panose="020B0004020202020204" pitchFamily="34" charset="0"/>
                </a:rPr>
                <a:t>Skilled labor constraints and long asset build cycles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b="1">
                  <a:solidFill>
                    <a:schemeClr val="tx1"/>
                  </a:solidFill>
                  <a:latin typeface="Aptos" panose="020B0004020202020204" pitchFamily="34" charset="0"/>
                </a:rPr>
                <a:t>Customer economics support pricing discipline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sz="1400">
                  <a:solidFill>
                    <a:schemeClr val="tx1"/>
                  </a:solidFill>
                  <a:latin typeface="Aptos" panose="020B0004020202020204" pitchFamily="34" charset="0"/>
                </a:rPr>
                <a:t>Highly customized products with low price sensitivity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b="1">
                  <a:solidFill>
                    <a:schemeClr val="tx1"/>
                  </a:solidFill>
                  <a:latin typeface="Aptos"/>
                </a:rPr>
                <a:t>Repeat revenue opportunities emerging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sz="1400">
                  <a:solidFill>
                    <a:schemeClr val="tx1"/>
                  </a:solidFill>
                  <a:latin typeface="Aptos" panose="020B0004020202020204" pitchFamily="34" charset="0"/>
                </a:rPr>
                <a:t>After-sales, refits, and charter integration increasing lifecycle value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sz="1400">
                  <a:solidFill>
                    <a:schemeClr val="tx1"/>
                  </a:solidFill>
                  <a:latin typeface="Aptos" panose="020B0004020202020204" pitchFamily="34" charset="0"/>
                </a:rPr>
                <a:t>Growing importance of ownership services ecosystems</a:t>
              </a:r>
            </a:p>
            <a:p>
              <a:r>
                <a:rPr lang="en-US" sz="1400">
                  <a:solidFill>
                    <a:schemeClr val="tx1"/>
                  </a:solidFill>
                  <a:latin typeface="Aptos"/>
                  <a:sym typeface="Wingdings" pitchFamily="2" charset="2"/>
                </a:rPr>
                <a:t> </a:t>
              </a:r>
              <a:r>
                <a:rPr lang="en-US" sz="1400">
                  <a:solidFill>
                    <a:schemeClr val="tx1"/>
                  </a:solidFill>
                  <a:latin typeface="Aptos"/>
                </a:rPr>
                <a:t>Supports margin resilience and defensibility across cycles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400">
                <a:solidFill>
                  <a:schemeClr val="tx1"/>
                </a:solidFill>
                <a:latin typeface="Aptos" panose="020B0004020202020204" pitchFamily="34" charset="0"/>
              </a:endParaRP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0A5A02C0-9B6A-B936-2620-B9D9A42A7872}"/>
              </a:ext>
            </a:extLst>
          </p:cNvPr>
          <p:cNvSpPr txBox="1">
            <a:spLocks/>
          </p:cNvSpPr>
          <p:nvPr/>
        </p:nvSpPr>
        <p:spPr>
          <a:xfrm>
            <a:off x="472440" y="301752"/>
            <a:ext cx="11247120" cy="42976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>
                <a:solidFill>
                  <a:schemeClr val="bg1"/>
                </a:solidFill>
              </a:rPr>
              <a:t>Highly attractive industry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D435A3D-86F8-5180-BFD1-56B901E8EA83}"/>
              </a:ext>
            </a:extLst>
          </p:cNvPr>
          <p:cNvSpPr txBox="1">
            <a:spLocks/>
          </p:cNvSpPr>
          <p:nvPr/>
        </p:nvSpPr>
        <p:spPr>
          <a:xfrm>
            <a:off x="159290" y="937626"/>
            <a:ext cx="11247120" cy="47624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Source Sans Pro" panose="020B0503030403020204" pitchFamily="34" charset="0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01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585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5000"/>
              <a:buFont typeface="Wingdings" panose="05000000000000000000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SzPct val="75000"/>
              <a:buFont typeface="Source Sans Pro" panose="020B050303040302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  <a:ea typeface="Source Sans Pro"/>
              </a:rPr>
              <a:t>Strong conditions must be complemented with the right model</a:t>
            </a:r>
            <a:br>
              <a:rPr lang="en-US" sz="1600"/>
            </a:br>
            <a:endParaRPr lang="en-US" sz="1600">
              <a:solidFill>
                <a:schemeClr val="bg1"/>
              </a:solidFill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6777656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688F14C-F5A5-D170-9DC4-4B0AFC0BB78D}"/>
              </a:ext>
            </a:extLst>
          </p:cNvPr>
          <p:cNvSpPr>
            <a:spLocks/>
          </p:cNvSpPr>
          <p:nvPr/>
        </p:nvSpPr>
        <p:spPr>
          <a:xfrm>
            <a:off x="111616" y="5687095"/>
            <a:ext cx="3071611" cy="8607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20AAE26A-DECB-7D35-51E8-81BBB267FA59}"/>
              </a:ext>
            </a:extLst>
          </p:cNvPr>
          <p:cNvSpPr/>
          <p:nvPr/>
        </p:nvSpPr>
        <p:spPr>
          <a:xfrm>
            <a:off x="529358" y="-1701407"/>
            <a:ext cx="11133283" cy="272005"/>
          </a:xfrm>
          <a:prstGeom prst="roundRect">
            <a:avLst/>
          </a:prstGeom>
          <a:solidFill>
            <a:schemeClr val="accent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</a:rPr>
              <a:t>TWO DISTINCT ENTRY STRATEGIES</a:t>
            </a: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46A27F10-20E2-9D55-0741-969D4614C166}"/>
              </a:ext>
            </a:extLst>
          </p:cNvPr>
          <p:cNvSpPr/>
          <p:nvPr/>
        </p:nvSpPr>
        <p:spPr>
          <a:xfrm>
            <a:off x="357624" y="1219628"/>
            <a:ext cx="5389146" cy="2616437"/>
          </a:xfrm>
          <a:prstGeom prst="roundRect">
            <a:avLst/>
          </a:prstGeom>
          <a:solidFill>
            <a:schemeClr val="accent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b="1">
                <a:solidFill>
                  <a:schemeClr val="tx1"/>
                </a:solidFill>
                <a:latin typeface="Aptos"/>
              </a:rPr>
              <a:t>A. Full Buyout (Private Builder)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  <a:latin typeface="Aptos"/>
              </a:rPr>
              <a:t>Target profile: small, electrification-led, privately held shipyard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  <a:latin typeface="Aptos"/>
              </a:rPr>
              <a:t>Capital: €50-200m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  <a:latin typeface="Aptos"/>
              </a:rPr>
              <a:t>Value creation: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  <a:latin typeface="Aptos"/>
              </a:rPr>
              <a:t>Scale production capacity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  <a:latin typeface="Aptos"/>
              </a:rPr>
              <a:t>Professionalize management and commercial functions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  <a:latin typeface="Aptos"/>
              </a:rPr>
              <a:t>Expand product range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  <a:latin typeface="Aptos"/>
              </a:rPr>
              <a:t>Return driver: multiple expansion + growth + strategic exit (IPO/trade sale)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  <a:latin typeface="Aptos"/>
              </a:rPr>
              <a:t>Risk: small scale, revenue volatility, key-person dependency</a:t>
            </a:r>
          </a:p>
          <a:p>
            <a:endParaRPr lang="en-US" sz="130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99BB078C-8730-BC34-0D2B-B2DC53E0C381}"/>
              </a:ext>
            </a:extLst>
          </p:cNvPr>
          <p:cNvSpPr/>
          <p:nvPr/>
        </p:nvSpPr>
        <p:spPr>
          <a:xfrm>
            <a:off x="357624" y="5445489"/>
            <a:ext cx="11133282" cy="1102345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>
                <a:solidFill>
                  <a:schemeClr val="bg1"/>
                </a:solidFill>
                <a:latin typeface="Aptos"/>
              </a:rPr>
              <a:t>1. Two distinct but complementary strategies: electrification differentiation vs. scalable volume</a:t>
            </a:r>
            <a:endParaRPr lang="en-US" b="1">
              <a:solidFill>
                <a:schemeClr val="bg1"/>
              </a:solidFill>
              <a:ea typeface="Source Sans Pro"/>
            </a:endParaRPr>
          </a:p>
          <a:p>
            <a:pPr algn="ctr"/>
            <a:r>
              <a:rPr lang="en-US" sz="1600" b="1">
                <a:solidFill>
                  <a:schemeClr val="bg1"/>
                </a:solidFill>
                <a:latin typeface="Aptos"/>
              </a:rPr>
              <a:t>2. Both targets align with structural market growth and supply constraints</a:t>
            </a:r>
          </a:p>
          <a:p>
            <a:pPr algn="ctr"/>
            <a:r>
              <a:rPr lang="en-US" sz="1600" b="1">
                <a:solidFill>
                  <a:schemeClr val="bg1"/>
                </a:solidFill>
                <a:latin typeface="Aptos"/>
              </a:rPr>
              <a:t>3. Optimal positioning: own scalable platforms in an undersupplied, growing market</a:t>
            </a:r>
          </a:p>
        </p:txBody>
      </p:sp>
      <p:sp>
        <p:nvSpPr>
          <p:cNvPr id="10" name="Rectangle 16">
            <a:extLst>
              <a:ext uri="{FF2B5EF4-FFF2-40B4-BE49-F238E27FC236}">
                <a16:creationId xmlns:a16="http://schemas.microsoft.com/office/drawing/2014/main" id="{E0134797-37FB-7923-AA6E-8E52C7455AFC}"/>
              </a:ext>
            </a:extLst>
          </p:cNvPr>
          <p:cNvSpPr/>
          <p:nvPr/>
        </p:nvSpPr>
        <p:spPr>
          <a:xfrm>
            <a:off x="357657" y="4074726"/>
            <a:ext cx="5389112" cy="1188525"/>
          </a:xfrm>
          <a:prstGeom prst="roundRect">
            <a:avLst/>
          </a:prstGeom>
          <a:solidFill>
            <a:schemeClr val="accent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b="1">
                <a:solidFill>
                  <a:schemeClr val="tx1"/>
                </a:solidFill>
                <a:latin typeface="Aptos"/>
              </a:rPr>
              <a:t>Wider Yachts: Private Target (electrification pure-play)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  <a:latin typeface="Aptos"/>
              </a:rPr>
              <a:t>Differentiation: “Born Electric” positioning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  <a:latin typeface="Aptos"/>
              </a:rPr>
              <a:t>Advantage: full control, highest upside from scaling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  <a:latin typeface="Aptos"/>
              </a:rPr>
              <a:t>Role: platform investment with scaling upside</a:t>
            </a:r>
          </a:p>
        </p:txBody>
      </p:sp>
      <p:sp>
        <p:nvSpPr>
          <p:cNvPr id="12" name="Rectangle 17">
            <a:extLst>
              <a:ext uri="{FF2B5EF4-FFF2-40B4-BE49-F238E27FC236}">
                <a16:creationId xmlns:a16="http://schemas.microsoft.com/office/drawing/2014/main" id="{C2F29FE6-43DC-D422-4674-BCD2D1F0567C}"/>
              </a:ext>
            </a:extLst>
          </p:cNvPr>
          <p:cNvSpPr/>
          <p:nvPr/>
        </p:nvSpPr>
        <p:spPr>
          <a:xfrm>
            <a:off x="6101761" y="4063089"/>
            <a:ext cx="5389146" cy="1199257"/>
          </a:xfrm>
          <a:prstGeom prst="roundRect">
            <a:avLst/>
          </a:prstGeom>
          <a:solidFill>
            <a:schemeClr val="accent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b="1">
                <a:solidFill>
                  <a:schemeClr val="tx1"/>
                </a:solidFill>
                <a:latin typeface="Aptos"/>
              </a:rPr>
              <a:t>Sirena Yachts: Private Target (volume producer)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  <a:latin typeface="Aptos" panose="020B0004020202020204" pitchFamily="34" charset="0"/>
              </a:rPr>
              <a:t>Differentiation: scalable production model + upmarket expansion (42m+)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  <a:latin typeface="Aptos" panose="020B0004020202020204" pitchFamily="34" charset="0"/>
              </a:rPr>
              <a:t>Advantage: 40+ deliveries/year; exposure to fastest-growing segment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  <a:latin typeface="Aptos" panose="020B0004020202020204" pitchFamily="34" charset="0"/>
              </a:rPr>
              <a:t>Role: platform for volume growth and services ecosystem build</a:t>
            </a:r>
          </a:p>
        </p:txBody>
      </p:sp>
      <p:sp>
        <p:nvSpPr>
          <p:cNvPr id="14" name="Rectangle 18">
            <a:extLst>
              <a:ext uri="{FF2B5EF4-FFF2-40B4-BE49-F238E27FC236}">
                <a16:creationId xmlns:a16="http://schemas.microsoft.com/office/drawing/2014/main" id="{7C436527-46A0-26AE-11BF-D3BCA44FD633}"/>
              </a:ext>
            </a:extLst>
          </p:cNvPr>
          <p:cNvSpPr/>
          <p:nvPr/>
        </p:nvSpPr>
        <p:spPr>
          <a:xfrm>
            <a:off x="6101760" y="1221839"/>
            <a:ext cx="5389146" cy="2627171"/>
          </a:xfrm>
          <a:prstGeom prst="roundRect">
            <a:avLst/>
          </a:prstGeom>
          <a:solidFill>
            <a:schemeClr val="accent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b="1">
                <a:solidFill>
                  <a:schemeClr val="tx1"/>
                </a:solidFill>
                <a:latin typeface="Aptos"/>
              </a:rPr>
              <a:t>B. Full Buyout (Scalable Volume Builder)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  <a:latin typeface="Aptos"/>
              </a:rPr>
              <a:t>Target profile: higher-volume private builder with diversified model range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  <a:latin typeface="Aptos"/>
              </a:rPr>
              <a:t>Capital: comparable to Scenario A (larger EV due to scale)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  <a:latin typeface="Aptos"/>
              </a:rPr>
              <a:t>Value creation: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  <a:latin typeface="Aptos"/>
              </a:rPr>
              <a:t>Build ownership services platform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  <a:latin typeface="Aptos"/>
              </a:rPr>
              <a:t>Develop charter ecosystem partnerships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  <a:latin typeface="Aptos"/>
              </a:rPr>
              <a:t>Expand international distribution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  <a:latin typeface="Aptos"/>
              </a:rPr>
              <a:t>Return driver: scalable revenue growth + operational efficiencies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  <a:latin typeface="Aptos"/>
              </a:rPr>
              <a:t>Risk: competitive segment, execution complexity, geographic exposure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9BF89E2-1A0B-E4A6-7B27-A762F7BA2BCC}"/>
              </a:ext>
            </a:extLst>
          </p:cNvPr>
          <p:cNvSpPr txBox="1">
            <a:spLocks/>
          </p:cNvSpPr>
          <p:nvPr/>
        </p:nvSpPr>
        <p:spPr>
          <a:xfrm>
            <a:off x="472440" y="301752"/>
            <a:ext cx="11247120" cy="42976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/>
              <a:t>Two distinct entry strategies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CB942C-2ABD-320A-5B24-D8CAADDC5E78}"/>
              </a:ext>
            </a:extLst>
          </p:cNvPr>
          <p:cNvSpPr txBox="1">
            <a:spLocks/>
          </p:cNvSpPr>
          <p:nvPr/>
        </p:nvSpPr>
        <p:spPr>
          <a:xfrm>
            <a:off x="472440" y="781051"/>
            <a:ext cx="11247120" cy="47624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Source Sans Pro" panose="020B0503030403020204" pitchFamily="34" charset="0"/>
              <a:buChar char="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01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585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5000"/>
              <a:buFont typeface="Wingdings" panose="05000000000000000000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SzPct val="75000"/>
              <a:buFont typeface="Source Sans Pro" panose="020B0503030403020204" pitchFamily="34" charset="0"/>
              <a:buChar char="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/>
              <a:t>Prioritizing differentiation versus scale</a:t>
            </a:r>
            <a:br>
              <a:rPr lang="en-US" sz="1600"/>
            </a:b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3839399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52C39-2DAE-1135-0C12-9B53AB352B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A2BB6D-D019-4321-8BA6-59299BECB9DA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359733-C09D-8EDB-B228-300C0C2E4548}"/>
              </a:ext>
            </a:extLst>
          </p:cNvPr>
          <p:cNvSpPr/>
          <p:nvPr/>
        </p:nvSpPr>
        <p:spPr>
          <a:xfrm>
            <a:off x="2089" y="-3130"/>
            <a:ext cx="12187822" cy="6864261"/>
          </a:xfrm>
          <a:prstGeom prst="rect">
            <a:avLst/>
          </a:prstGeom>
          <a:solidFill>
            <a:schemeClr val="bg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2D5F83B-FA07-35B2-CAD5-8E7690DB900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38" t="-37" r="1334" b="-154"/>
          <a:stretch>
            <a:fillRect/>
          </a:stretch>
        </p:blipFill>
        <p:spPr>
          <a:xfrm>
            <a:off x="-1612" y="-1745"/>
            <a:ext cx="12212276" cy="68800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150AC75-D7A7-8131-7F05-F4273B01C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3026" y="998474"/>
            <a:ext cx="4858848" cy="878617"/>
          </a:xfrm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txBody>
          <a:bodyPr/>
          <a:lstStyle/>
          <a:p>
            <a:r>
              <a:rPr lang="en-US" sz="8000">
                <a:solidFill>
                  <a:schemeClr val="bg2"/>
                </a:solidFill>
                <a:latin typeface="MingLiU"/>
                <a:ea typeface="MingLiU"/>
                <a:cs typeface="Angsana New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83832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33.8400001525879"/>
  <p:tag name="LEFT" val="37.2000007629395"/>
  <p:tag name="TOP" val="23.7600002288818"/>
  <p:tag name="WIDTH" val="885.59997558593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374.399993896484"/>
  <p:tag name="LEFT" val="37.2000007629395"/>
  <p:tag name="TOP" val="113.040000915527"/>
  <p:tag name="WIDTH" val="885.59997558593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29.6861419677734"/>
  <p:tag name="LEFT" val="35.3749618530273"/>
  <p:tag name="TOP" val="504.313873291016"/>
  <p:tag name="WIDTH" val="669.59997558593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13.5"/>
  <p:tag name="LEFT" val="898.440002441406"/>
  <p:tag name="TOP" val="513"/>
  <p:tag name="WIDTH" val="3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14.7089767456055"/>
  <p:tag name="LEFT" val="811.528991699219"/>
  <p:tag name="TOP" val="512.3955078125"/>
  <p:tag name="WIDTH" val="81.452674865722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20.1599998474121"/>
  <p:tag name="LEFT" val="894"/>
  <p:tag name="TOP" val="519.840026855469"/>
  <p:tag name="WIDTH" val="3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975.8099"/>
  <p:tag name="TOP" val="43.5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406.84"/>
  <p:tag name="TOP" val="1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406.84"/>
  <p:tag name="TOP" val="232.3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406.84"/>
  <p:tag name="TOP" val="1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406.84"/>
  <p:tag name="TOP" val="85.4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406.84"/>
  <p:tag name="TOP" val="379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406.84"/>
  <p:tag name="TOP" val="158.8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406.84"/>
  <p:tag name="TOP" val="305.7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-92.75008"/>
  <p:tag name="TOP" val="43.5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333.4"/>
  <p:tag name="TOP" val="1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333.4"/>
  <p:tag name="TOP" val="1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333.4"/>
  <p:tag name="TOP" val="232.3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333.4"/>
  <p:tag name="TOP" val="379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333.4"/>
  <p:tag name="TOP" val="85.4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333.4"/>
  <p:tag name="TOP" val="158.88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333.4"/>
  <p:tag name="TOP" val="305.7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33.8400001525879"/>
  <p:tag name="LEFT" val="37.2000007629395"/>
  <p:tag name="TOP" val="23.7600002288818"/>
  <p:tag name="WIDTH" val="885.599975585938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40.7203941345215"/>
  <p:tag name="LEFT" val="339.600006103516"/>
  <p:tag name="TOP" val="445.281402587891"/>
  <p:tag name="WIDTH" val="213.332046508789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37.4999198913574"/>
  <p:tag name="LEFT" val="37.2000007629395"/>
  <p:tag name="TOP" val="61.5000801086426"/>
  <p:tag name="WIDTH" val="885.599975585938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96.9374771118164"/>
  <p:tag name="LEFT" val="35.5765342712402"/>
  <p:tag name="TOP" val="190.375595092773"/>
  <p:tag name="WIDTH" val="409.514495849609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19.3874797821045"/>
  <p:tag name="LEFT" val="35.5764579772949"/>
  <p:tag name="TOP" val="307.801483154297"/>
  <p:tag name="WIDTH" val="357.458740234375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27.3885822296143"/>
  <p:tag name="LEFT" val="778.840637207031"/>
  <p:tag name="TOP" val="484.790618896484"/>
  <p:tag name="WIDTH" val="152.42346191406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96.9374771118164"/>
  <p:tag name="LEFT" val="35.5765342712402"/>
  <p:tag name="TOP" val="190.375595092773"/>
  <p:tag name="WIDTH" val="469.423553466797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19.3874797821045"/>
  <p:tag name="LEFT" val="35.5764579772949"/>
  <p:tag name="TOP" val="307.801483154297"/>
  <p:tag name="WIDTH" val="357.45874023437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27.3885822296143"/>
  <p:tag name="LEFT" val="778.840637207031"/>
  <p:tag name="TOP" val="484.790618896484"/>
  <p:tag name="WIDTH" val="152.42346191406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96.9374771118164"/>
  <p:tag name="LEFT" val="35.5765342712402"/>
  <p:tag name="TOP" val="190.375595092773"/>
  <p:tag name="WIDTH" val="469.42355346679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19.3874797821045"/>
  <p:tag name="LEFT" val="35.5764579772949"/>
  <p:tag name="TOP" val="307.801483154297"/>
  <p:tag name="WIDTH" val="357.45874023437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27.3885822296143"/>
  <p:tag name="LEFT" val="778.840637207031"/>
  <p:tag name="TOP" val="484.790618896484"/>
  <p:tag name="WIDTH" val="152.42346191406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374.399993896484"/>
  <p:tag name="WIDTH" val="885.59997558593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33.8400001525879"/>
  <p:tag name="LEFT" val="37.2000007629395"/>
  <p:tag name="TOP" val="23.7600002288818"/>
  <p:tag name="WIDTH" val="885.59997558593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27.3885822296143"/>
  <p:tag name="LEFT" val="778.840637207031"/>
  <p:tag name="TOP" val="484.790618896484"/>
  <p:tag name="WIDTH" val="152.42346191406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27.3885822296143"/>
  <p:tag name="LEFT" val="778.840637207031"/>
  <p:tag name="TOP" val="484.790618896484"/>
  <p:tag name="WIDTH" val="152.42346191406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48.4687385559082"/>
  <p:tag name="LEFT" val="35.5765342712402"/>
  <p:tag name="TOP" val="236.781814575195"/>
  <p:tag name="WIDTH" val="409.514495849609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359.1378"/>
  <p:tag name="TOP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27.3885822296143"/>
  <p:tag name="LEFT" val="778.840637207031"/>
  <p:tag name="TOP" val="484.790618896484"/>
  <p:tag name="WIDTH" val="152.42346191406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48.4687385559082"/>
  <p:tag name="LEFT" val="35.5765342712402"/>
  <p:tag name="TOP" val="236.781814575195"/>
  <p:tag name="WIDTH" val="409.514495849609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96.9374771118164"/>
  <p:tag name="LEFT" val="35.5765342712402"/>
  <p:tag name="TOP" val="190.375595092773"/>
  <p:tag name="WIDTH" val="469.423553466797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19.3874797821045"/>
  <p:tag name="LEFT" val="35.5764579772949"/>
  <p:tag name="TOP" val="307.801483154297"/>
  <p:tag name="WIDTH" val="357.458740234375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27.3885822296143"/>
  <p:tag name="LEFT" val="778.840637207031"/>
  <p:tag name="TOP" val="484.790618896484"/>
  <p:tag name="WIDTH" val="152.42346191406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27.3885822296143"/>
  <p:tag name="LEFT" val="778.840637207031"/>
  <p:tag name="TOP" val="484.790618896484"/>
  <p:tag name="WIDTH" val="152.42346191406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96.9374771118164"/>
  <p:tag name="LEFT" val="35.5765342712402"/>
  <p:tag name="TOP" val="190.375595092773"/>
  <p:tag name="WIDTH" val="409.514495849609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19.3874797821045"/>
  <p:tag name="LEFT" val="35.5764579772949"/>
  <p:tag name="TOP" val="307.801483154297"/>
  <p:tag name="WIDTH" val="357.458740234375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374.399993896484"/>
  <p:tag name="WIDTH" val="885.599975585938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33.8400001525879"/>
  <p:tag name="LEFT" val="37.2000007629395"/>
  <p:tag name="TOP" val="23.7600002288818"/>
  <p:tag name="WIDTH" val="885.599975585938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13.5"/>
  <p:tag name="LEFT" val="898.440002441406"/>
  <p:tag name="TOP" val="513"/>
  <p:tag name="WIDTH" val="36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48.4687385559082"/>
  <p:tag name="LEFT" val="35.5765342712402"/>
  <p:tag name="TOP" val="236.781814575195"/>
  <p:tag name="WIDTH" val="409.514495849609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27.3885822296143"/>
  <p:tag name="LEFT" val="778.840637207031"/>
  <p:tag name="TOP" val="484.790618896484"/>
  <p:tag name="WIDTH" val="152.42346191406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48.4687385559082"/>
  <p:tag name="LEFT" val="35.5765342712402"/>
  <p:tag name="TOP" val="236.781814575195"/>
  <p:tag name="WIDTH" val="409.514495849609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27.3885822296143"/>
  <p:tag name="LEFT" val="778.840637207031"/>
  <p:tag name="TOP" val="484.790618896484"/>
  <p:tag name="WIDTH" val="152.423461914063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37.4999198913574"/>
  <p:tag name="LEFT" val="37.2000007629395"/>
  <p:tag name="TOP" val="61.5000801086426"/>
  <p:tag name="WIDTH" val="885.599975585938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37.4999198913574"/>
  <p:tag name="LEFT" val="37.2000007629395"/>
  <p:tag name="TOP" val="61.5000801086426"/>
  <p:tag name="WIDTH" val="885.599975585938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374.399993896484"/>
  <p:tag name="LEFT" val="37.2000007629395"/>
  <p:tag name="TOP" val="113"/>
  <p:tag name="WIDTH" val="885.599975585938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37.4999198913574"/>
  <p:tag name="LEFT" val="37.2000007629395"/>
  <p:tag name="TOP" val="61.5000801086426"/>
  <p:tag name="WIDTH" val="885.599975585938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37.4999198913574"/>
  <p:tag name="LEFT" val="37.2000007629395"/>
  <p:tag name="TOP" val="61.5000801086426"/>
  <p:tag name="WIDTH" val="885.599975585938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37.4999198913574"/>
  <p:tag name="LEFT" val="37.2000007629395"/>
  <p:tag name="TOP" val="61.5000801086426"/>
  <p:tag name="WIDTH" val="885.599975585938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37.4999198913574"/>
  <p:tag name="LEFT" val="37.2000007629395"/>
  <p:tag name="TOP" val="61.5000801086426"/>
  <p:tag name="WIDTH" val="885.599975585938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37.4999198913574"/>
  <p:tag name="LEFT" val="37.2000007629395"/>
  <p:tag name="TOP" val="61.5000801086426"/>
  <p:tag name="WIDTH" val="885.599975585938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37.4999198913574"/>
  <p:tag name="LEFT" val="37.2000007629395"/>
  <p:tag name="TOP" val="61.5000801086426"/>
  <p:tag name="WIDTH" val="885.599975585938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20.1599998474121"/>
  <p:tag name="LEFT" val="894"/>
  <p:tag name="TOP" val="519.840026855469"/>
  <p:tag name="WIDTH" val="36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14.7089767456055"/>
  <p:tag name="LEFT" val="811.528991699219"/>
  <p:tag name="TOP" val="512.3955078125"/>
  <p:tag name="WIDTH" val="82.16748046875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37.4999198913574"/>
  <p:tag name="LEFT" val="37.2000007629395"/>
  <p:tag name="TOP" val="61.5000801086426"/>
  <p:tag name="WIDTH" val="885.599975585938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37.4999198913574"/>
  <p:tag name="LEFT" val="37.2000007629395"/>
  <p:tag name="TOP" val="61.5000801086426"/>
  <p:tag name="WIDTH" val="885.599975585938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331.200012207031"/>
  <p:tag name="LEFT" val="37.2000007629395"/>
  <p:tag name="TOP" val="156.199996948242"/>
  <p:tag name="WIDTH" val="583.20001220703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37.4999198913574"/>
  <p:tag name="LEFT" val="37.2000007629395"/>
  <p:tag name="TOP" val="61.5000801086426"/>
  <p:tag name="WIDTH" val="885.599975585938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20.1599998474121"/>
  <p:tag name="LEFT" val="894"/>
  <p:tag name="TOP" val="519.840026855469"/>
  <p:tag name="WIDTH" val="36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14.7089767456055"/>
  <p:tag name="LEFT" val="811.528991699219"/>
  <p:tag name="TOP" val="512.3955078125"/>
  <p:tag name="WIDTH" val="82.16748046875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37.4999198913574"/>
  <p:tag name="LEFT" val="37.2000007629395"/>
  <p:tag name="TOP" val="61.5000801086426"/>
  <p:tag name="WIDTH" val="885.599975585938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136.800003051758"/>
  <p:tag name="LEFT" val="37.2000007629395"/>
  <p:tag name="TOP" val="351.200012207031"/>
  <p:tag name="WIDTH" val="885.59997558593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37.4999198913574"/>
  <p:tag name="LEFT" val="37.2000007629395"/>
  <p:tag name="TOP" val="61.5000801086426"/>
  <p:tag name="WIDTH" val="885.59997558593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37.2"/>
  <p:tag name="TOP" val="351.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37.2"/>
  <p:tag name="TOP" val="341.88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37.2"/>
  <p:tag name="TOP" val="146.88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136.800003051758"/>
  <p:tag name="LEFT" val="37.2"/>
  <p:tag name="TOP" val="156.2"/>
  <p:tag name="WIDTH" val="885.599975585938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37.4999198913574"/>
  <p:tag name="LEFT" val="37.2000007629395"/>
  <p:tag name="TOP" val="61.5000801086426"/>
  <p:tag name="WIDTH" val="885.599975585938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37.4999198913574"/>
  <p:tag name="LEFT" val="37.2000007629395"/>
  <p:tag name="TOP" val="61.5000801086426"/>
  <p:tag name="WIDTH" val="885.599975585938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20.1599998474121"/>
  <p:tag name="LEFT" val="894"/>
  <p:tag name="TOP" val="519.840026855469"/>
  <p:tag name="WIDTH" val="36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14.7089767456055"/>
  <p:tag name="LEFT" val="811.528991699219"/>
  <p:tag name="TOP" val="512.3955078125"/>
  <p:tag name="WIDTH" val="82.16748046875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331.200012207031"/>
  <p:tag name="LEFT" val="490.799987792969"/>
  <p:tag name="TOP" val="156.199996948242"/>
  <p:tag name="WIDTH" val="43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37.4999198913574"/>
  <p:tag name="LEFT" val="37.2000007629395"/>
  <p:tag name="TOP" val="61.5000801086426"/>
  <p:tag name="WIDTH" val="885.599975585938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331.200012207031"/>
  <p:tag name="LEFT" val="37.2000007629395"/>
  <p:tag name="TOP" val="156.199996948242"/>
  <p:tag name="WIDTH" val="432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37.4999198913574"/>
  <p:tag name="LEFT" val="37.2000007629395"/>
  <p:tag name="TOP" val="61.5000801086426"/>
  <p:tag name="WIDTH" val="885.599975585938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37.4999198913574"/>
  <p:tag name="LEFT" val="37.2000007629395"/>
  <p:tag name="TOP" val="61.5000801086426"/>
  <p:tag name="WIDTH" val="885.599975585938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166.8"/>
  <p:tag name="TOP" val="311.6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20.1599998474121"/>
  <p:tag name="LEFT" val="894"/>
  <p:tag name="TOP" val="519.840026855469"/>
  <p:tag name="WIDTH" val="36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14.7089767456055"/>
  <p:tag name="LEFT" val="811.528991699219"/>
  <p:tag name="TOP" val="512.3955078125"/>
  <p:tag name="WIDTH" val="82.16748046875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37.4999198913574"/>
  <p:tag name="LEFT" val="37.2000007629395"/>
  <p:tag name="TOP" val="61.5000801086426"/>
  <p:tag name="WIDTH" val="885.599975585938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166.8"/>
  <p:tag name="TOP" val="311.6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37.4999198913574"/>
  <p:tag name="LEFT" val="37.2000007629395"/>
  <p:tag name="TOP" val="61.5000801086426"/>
  <p:tag name="WIDTH" val="885.599975585938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141.84"/>
  <p:tag name="TOP" val="113.04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EFT" val="166.8"/>
  <p:tag name="TOP" val="311.6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37.4999198913574"/>
  <p:tag name="LEFT" val="37.2000007629395"/>
  <p:tag name="TOP" val="61.5000801086426"/>
  <p:tag name="WIDTH" val="885.599975585938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37.4999198913574"/>
  <p:tag name="LEFT" val="37.2000007629395"/>
  <p:tag name="TOP" val="61.5000801086426"/>
  <p:tag name="WIDTH" val="885.599975585938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20.1599998474121"/>
  <p:tag name="LEFT" val="894"/>
  <p:tag name="TOP" val="519.840026855469"/>
  <p:tag name="WIDTH" val="36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14.7089767456055"/>
  <p:tag name="LEFT" val="811.528991699219"/>
  <p:tag name="TOP" val="512.3955078125"/>
  <p:tag name="WIDTH" val="82.16748046875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37.4999198913574"/>
  <p:tag name="LEFT" val="37.2000007629395"/>
  <p:tag name="TOP" val="61.5000801086426"/>
  <p:tag name="WIDTH" val="885.599975585938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20.1599998474121"/>
  <p:tag name="LEFT" val="894"/>
  <p:tag name="TOP" val="519.840026855469"/>
  <p:tag name="WIDTH" val="36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14.7089767456055"/>
  <p:tag name="LEFT" val="811.528991699219"/>
  <p:tag name="TOP" val="512.3955078125"/>
  <p:tag name="WIDTH" val="82.16748046875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37.4999198913574"/>
  <p:tag name="LEFT" val="37.2000007629395"/>
  <p:tag name="TOP" val="61.5000801086426"/>
  <p:tag name="WIDTH" val="885.599975585938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EIGHT" val="37.4999198913574"/>
  <p:tag name="LEFT" val="37.2000007629395"/>
  <p:tag name="TOP" val="61.5000801086426"/>
  <p:tag name="WIDTH" val="885.599975585938"/>
</p:tagLst>
</file>

<file path=ppt/theme/theme1.xml><?xml version="1.0" encoding="utf-8"?>
<a:theme xmlns:a="http://schemas.openxmlformats.org/drawingml/2006/main" name="WB_IB 2024 Template">
  <a:themeElements>
    <a:clrScheme name="IB_2015 Colors">
      <a:dk1>
        <a:srgbClr val="000000"/>
      </a:dk1>
      <a:lt1>
        <a:sysClr val="window" lastClr="FFFFFF"/>
      </a:lt1>
      <a:dk2>
        <a:srgbClr val="48484A"/>
      </a:dk2>
      <a:lt2>
        <a:srgbClr val="FFFFFF"/>
      </a:lt2>
      <a:accent1>
        <a:srgbClr val="004165"/>
      </a:accent1>
      <a:accent2>
        <a:srgbClr val="3F859E"/>
      </a:accent2>
      <a:accent3>
        <a:srgbClr val="9A9B9C"/>
      </a:accent3>
      <a:accent4>
        <a:srgbClr val="007AC9"/>
      </a:accent4>
      <a:accent5>
        <a:srgbClr val="008566"/>
      </a:accent5>
      <a:accent6>
        <a:srgbClr val="48484A"/>
      </a:accent6>
      <a:hlink>
        <a:srgbClr val="007AC9"/>
      </a:hlink>
      <a:folHlink>
        <a:srgbClr val="9A9B9C"/>
      </a:folHlink>
    </a:clrScheme>
    <a:fontScheme name="Custom 8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sz="12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63EEDA70-301D-43A6-8024-321BF2FE3DDC}" vid="{6FFE0D5E-FE51-49BA-B0EF-EC657EC19EA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Application>Microsoft Office PowerPoint</Application>
  <PresentationFormat>Widescreen</PresentationFormat>
  <Slides>19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WB_IB 2024 Template</vt:lpstr>
      <vt:lpstr>PowerPoint Presentation</vt:lpstr>
      <vt:lpstr>PowerPoint Presentation</vt:lpstr>
      <vt:lpstr>Top-Down Market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UHNWI</vt:lpstr>
      <vt:lpstr>UHNWI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>William Blair &amp;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Oehne, Jonathan</dc:creator>
  <cp:revision>72</cp:revision>
  <dcterms:created xsi:type="dcterms:W3CDTF">2026-05-05T10:54:28Z</dcterms:created>
  <dcterms:modified xsi:type="dcterms:W3CDTF">2026-05-10T20:55:27Z</dcterms:modified>
</cp:coreProperties>
</file>